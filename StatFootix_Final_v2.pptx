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StatFootix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3291840" y="1353312"/>
            <a:ext cx="256032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27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web de statistiques football en temps réel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176272"/>
            <a:ext cx="749808" cy="2011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7627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53158" y="2176272"/>
            <a:ext cx="116128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953158" y="217627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1802" y="2176272"/>
            <a:ext cx="1367028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441802" y="2176272"/>
            <a:ext cx="136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Functions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188720" y="2487168"/>
            <a:ext cx="1367028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487168"/>
            <a:ext cx="136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02306" y="2487168"/>
            <a:ext cx="1298448" cy="20116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6" name="Text 14"/>
          <p:cNvSpPr/>
          <p:nvPr/>
        </p:nvSpPr>
        <p:spPr>
          <a:xfrm>
            <a:off x="2902306" y="24871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api-football.com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40910" y="2487168"/>
            <a:ext cx="406908" cy="20116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8" name="Text 16"/>
          <p:cNvSpPr/>
          <p:nvPr/>
        </p:nvSpPr>
        <p:spPr>
          <a:xfrm>
            <a:off x="4540910" y="2487168"/>
            <a:ext cx="40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37160" y="2907792"/>
            <a:ext cx="88696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" y="2907792"/>
            <a:ext cx="54864" cy="1737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Accueil 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65376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Matchs live · stickyLive · MatchCard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" y="35935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Matchs à venir 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65376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useTodayMatches · Promise.all · dédup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" y="39410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Résultats 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65376" y="3941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useMatches · journée · gagnant CSS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Classements 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useStandings · multi-groupes · forme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35935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Actualités 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9632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useNews · RSS 4 sources · staleTime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4910328"/>
            <a:ext cx="87782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Déployé sur Netlify  ·  github.com/Ilanlgz8/Foot-App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: 3 couches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68680"/>
            <a:ext cx="4206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68680"/>
            <a:ext cx="54864" cy="8686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235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5272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TanStack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755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1874520"/>
            <a:ext cx="4206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1874520"/>
            <a:ext cx="54864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" y="19293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Functions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" y="225856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 sécurisé — clé API côté serveur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" y="2880360"/>
            <a:ext cx="4206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2880360"/>
            <a:ext cx="54864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9352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 externes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" y="326440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 · api-football.com · RSS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" y="4133088"/>
            <a:ext cx="955548" cy="2011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" y="4133088"/>
            <a:ext cx="955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football.js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225296" y="4133088"/>
            <a:ext cx="1161288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296" y="413308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apifootball.js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0" y="4133088"/>
            <a:ext cx="68122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133088"/>
            <a:ext cx="6812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espn.js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46704" y="4133088"/>
            <a:ext cx="612648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3346704" y="413308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rss.js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netlify.toml · football.js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2" name="Shape 30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31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4" name="Shape 32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netlify.toml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"/api/*"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"/.netlify/functions/football/:splat"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Requête côté navigateur (React)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'/api/v4/matches'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Netlify intercepte et ajoute la clé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netlify/functions/football.js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FOOTBALL_API_KEY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apiUrl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'X-Auth-Token'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Sécuriser la clé API avec Netlify Functions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4206240" cy="987552"/>
          </a:xfrm>
          <a:prstGeom prst="rect">
            <a:avLst/>
          </a:prstGeom>
          <a:solidFill>
            <a:srgbClr val="2D0B11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Sans proxy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B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Clé dans le code React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B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Visible dans DevTools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B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Quota volé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7160" y="1938528"/>
            <a:ext cx="4206240" cy="1170432"/>
          </a:xfrm>
          <a:prstGeom prst="rect">
            <a:avLst/>
          </a:prstGeom>
          <a:solidFill>
            <a:srgbClr val="0B2318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Avec proxy Netlify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E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Clé dans process.env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E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Jamais envoyée au navigateur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E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Quota protégé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3246120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" y="3246120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330098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Cache TanStack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3602736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429 (quota dépassé) → TanStack renvoie les données précédentes, pas de page blanche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netlify/functions/football.js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netlify/functions/football.js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FOOTBALL_API_KEY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'https://api.football-data.org'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'/.netlify/functions/football'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'X-Auth-Token'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'application/json'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'application/json'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: le pattern commun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961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252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Identifiant du cache. Si compId ou date change → refetch auto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80136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801368"/>
            <a:ext cx="54864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56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queryFn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85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 async qui retourne la donnée. Appelée seulement si stale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76148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76148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816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31455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Durée fraîcheur. Zéro refetch inutile → quota préservé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72160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3721608"/>
            <a:ext cx="54864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3776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!!compId → requête suspendue si aucune compétition sélectionnée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src/hooks/useMatches.js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 identique pour tous les hooks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'@tanstack/react-query'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useMatches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matchday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'matches'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matchday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queryFn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'/api/v4/competitions/'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'/matches?matchday='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matchday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60_000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minutes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pause si pas de compId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 de retry sur 429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Même queryKey dans 2 composants = 1 seule requête réseau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Matchs à venir : récupération et affichage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961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requêtes séparées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252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WC est absente de l'endpoint global sur le tier gratuit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80136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801368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56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Promise.all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85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2 fetch partent en parallèle — pas de waterfall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76148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761488"/>
            <a:ext cx="54864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816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delay(700ms)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31455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entre les requêtes — évite le 429 (10 req/min)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72160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3721608"/>
            <a:ext cx="54864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3776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Déduplication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par ID — un match ne peut apparaître qu'une seule fois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src/hooks/useTodayMatches.js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src/hooks/useTodayMatches.js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useTodayMatches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'todayMatches'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queryFn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requêtes : global + WC (absent du tier gratuit)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'/api/v4/matches?dateFrom='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'&amp;dateTo='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'/api/v4/competitions/WC/matches?dateFrom='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Déduplication par ID + tri chronologique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60_000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Résultats : useMatches et affichage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961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queryKey dynamique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252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Changer compétition ou journée → refetch auto sans code extra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80136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80136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56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journée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85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Boutons ← → changent matchday → queryKey change → TanStack refetch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76148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761488"/>
            <a:ext cx="54864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816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 CSS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31455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 &gt; as → classe --winner côté domicile, --loser côté visiteur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72160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3721608"/>
            <a:ext cx="54864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3776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blason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onError sur &lt;img&gt; → affiche 1ère lettre du nom si URL vide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Résultats.jsx · useMatches.js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src/hooks/useMatches.js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useMatches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matchday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'matches'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matchday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queryFn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'/api/v4/competitions/'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'/matches?matchday='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matchday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60_000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Dans le composant Résultats.jsx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'away'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'draw'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Classes CSS appliquées dynamiquement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 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'--winner'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'--loser'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homeTeam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shortName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Classements : useStandings et affichage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961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variable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252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Championnat → 1 tableau. WC/LDC → plusieurs groupes A/B/C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80136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80136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56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isMultiGroup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85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standings.length &gt; 1 → affiche "Groupe A" en en-tête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76148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761488"/>
            <a:ext cx="54864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816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Colonnes tableau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31455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· Équipe · MJ · V · N · D · Bp · Bc · Diff · Pts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72160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3721608"/>
            <a:ext cx="54864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3776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 5 matchs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useTeamForm → pastilles V (vert) / N (gris) / D (rouge)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useStandings.js · Classements.jsx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src/hooks/useStandings.js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useStandings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'standings'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queryFn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'/api/v4/competitions/'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'/standings'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60_000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Dans Classements.jsx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isMultiGroup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isMultiGroup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StandingsTable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StandingsTable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 RSS : useNews et affichage des articles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9509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8229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L'Équipe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61288" y="822960"/>
            <a:ext cx="9509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288" y="8229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Eurosport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85416" y="822960"/>
            <a:ext cx="9509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85416" y="8229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RMC Sport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9544" y="822960"/>
            <a:ext cx="9509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9544" y="8229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1426464"/>
            <a:ext cx="420624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1426464"/>
            <a:ext cx="54864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14813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rss.js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18105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Function : fetch XML → parse → filtre mots-clés football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2304288"/>
            <a:ext cx="420624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2304288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3591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Déduplication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26883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premiers chars normalisés → pas de doublons inter-sources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3182112"/>
            <a:ext cx="420624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3182112"/>
            <a:ext cx="54864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32369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staleTime 10m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" y="3566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 → pas de refetch à la seconde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" y="4059936"/>
            <a:ext cx="420624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" y="4059936"/>
            <a:ext cx="54864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41148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" y="44439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: titre · source · date relative · lien externe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rss.js · useNews.js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5" name="Shape 33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6" name="Shape 34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netlify/functions/rss.js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'https://www.lequipe.fr/rss/actu_rss_Football.xml'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'https://www.eurosport.fr/football/rss.xml'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'https://rmcsport.bfmtv.com/rss/football/'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'https://www.foot01.com/rss/actu/'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'foot'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'ligue'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'transfert'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'championnat'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parseXML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stringify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src/hooks/useNews.js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queryFn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'/api/rss'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60_000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minutes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MatchCard : composant réutilisable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961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Utilisé partout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252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Accueil · Matchs à venir · Résultats · Widget Live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80136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80136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56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calcMinute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85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kickoffAt (réel) &gt; pausedAt+15min (MT) &gt; utcDate (heuristique)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76148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761488"/>
            <a:ext cx="54864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816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isLive guard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31455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calcMinute !== null → garde l'affichage live si API dit SCHEDULED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72160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3721608"/>
            <a:ext cx="54864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3776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chaining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espnScore?.home ?? score?.fullTime?.home → fallback auto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src/accueil/MatchCard.jsx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src/accueil/MatchCard.jsx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MatchCard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espnScore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onTrack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isFinished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'FINISHED'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Garde l'affichage live même si l'API dit brièvement SCHEDULED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liveMinute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isFinished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calcMinute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isLive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'IN_PLAY'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'PAUSED'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liveMinute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stickyLive guard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Score ESPN quasi temps réel, sinon football-data (~1min délai)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espnScore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as_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espnScore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away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isFinished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'FT'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isLive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formatHour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'matchCard'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isLive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--live'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isLive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liveMinute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 cours'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isLive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isFinished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- 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as_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formatHour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utcDate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buteurs : useScorers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8961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enabled: !!compId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22529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Requête suspendue si aucune compétition — natif TanStack Query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80136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801368"/>
            <a:ext cx="54864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856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staleTime 10min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8541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Stats buteurs changent après un but seulement → pas de refetch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76148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" y="2761488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816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314553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/ Argent / Bronze pour les 3 premiers avec médaille CSS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3721608"/>
            <a:ext cx="4206240" cy="8046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3721608"/>
            <a:ext cx="54864" cy="8046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3776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Onglets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41056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 · Forme 5 matchs · Buteurs — même compId partagé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822960"/>
            <a:ext cx="443484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7474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822960"/>
            <a:ext cx="4434840" cy="219456"/>
          </a:xfrm>
          <a:prstGeom prst="rect">
            <a:avLst/>
          </a:prstGeom>
          <a:solidFill>
            <a:srgbClr val="252526"/>
          </a:solidFill>
          <a:ln w="12700">
            <a:solidFill>
              <a:srgbClr val="4747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850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9D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useScorers.js · Classements.jsx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14816" y="896112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8961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8784" y="896112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1042416"/>
            <a:ext cx="256032" cy="3895344"/>
          </a:xfrm>
          <a:prstGeom prst="rect">
            <a:avLst/>
          </a:prstGeom>
          <a:solidFill>
            <a:srgbClr val="1E1E1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78992"/>
            <a:ext cx="408736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src/hooks/useScorers.js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useScorers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queryKey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'scorers'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queryFn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'/api/v4/competitions/'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'/scorers'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60_000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minutes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 part pas sans compétition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Dans Classements.jsx — podium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useScorers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scorers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"podium"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PodiumCard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medal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"silver"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PodiumCard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medal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"gold"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PodiumCard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medal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"bronze"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" y="822960"/>
            <a:ext cx="2816352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22960"/>
            <a:ext cx="28163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877824"/>
            <a:ext cx="54864" cy="177393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" y="95097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 Netlify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" y="1353312"/>
            <a:ext cx="2615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netlify.toml + process.env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clé API sécurisée en 10 lignes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81528" y="822960"/>
            <a:ext cx="2816352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1528" y="822960"/>
            <a:ext cx="2816352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081528" y="877824"/>
            <a:ext cx="54864" cy="177393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95097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7832" y="1353312"/>
            <a:ext cx="2615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queryKey + staleTime + enabled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zéro requête inutile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822960"/>
            <a:ext cx="2816352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822960"/>
            <a:ext cx="281635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025896" y="877824"/>
            <a:ext cx="54864" cy="177393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95097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par pages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353312"/>
            <a:ext cx="2615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useMatches · useStandings · useNews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1 hook dédié par page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" y="2816352"/>
            <a:ext cx="2816352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" y="2816352"/>
            <a:ext cx="2816352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" y="2871216"/>
            <a:ext cx="54864" cy="177393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" y="29443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MatchCard réutilisable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" y="3346704"/>
            <a:ext cx="2615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Accueil · Résultats ·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mêmes props, même logique partout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81528" y="2816352"/>
            <a:ext cx="2816352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81528" y="2816352"/>
            <a:ext cx="2816352" cy="54864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8" name="Shape 26"/>
          <p:cNvSpPr/>
          <p:nvPr/>
        </p:nvSpPr>
        <p:spPr>
          <a:xfrm>
            <a:off x="3081528" y="2871216"/>
            <a:ext cx="54864" cy="177393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9" name="Text 27"/>
          <p:cNvSpPr/>
          <p:nvPr/>
        </p:nvSpPr>
        <p:spPr>
          <a:xfrm>
            <a:off x="3227832" y="29443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Fiabilité 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27832" y="3346704"/>
            <a:ext cx="2615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stickyLive + wasLive guard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résilient aux status éphémères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25896" y="2816352"/>
            <a:ext cx="2816352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2816352"/>
            <a:ext cx="2816352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3" name="Shape 31"/>
          <p:cNvSpPr/>
          <p:nvPr/>
        </p:nvSpPr>
        <p:spPr>
          <a:xfrm>
            <a:off x="6025896" y="2871216"/>
            <a:ext cx="54864" cy="1773936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29443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Temps réel = compromis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346704"/>
            <a:ext cx="2615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Fraîcheur ↔ quota ↔ fiabilité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structurer dès le début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7160" y="4773168"/>
            <a:ext cx="88696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temps réel = compromis fraîcheur · quota · fiabilité — structurer les données par source dès le début évite la dette technique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StatFootix</dc:title>
  <dc:subject>PptxGenJS Presentation</dc:subject>
  <dc:creator>Ilan</dc:creator>
  <cp:lastModifiedBy>Ilan</cp:lastModifiedBy>
  <cp:revision>1</cp:revision>
  <dcterms:created xsi:type="dcterms:W3CDTF">2026-06-17T07:46:18Z</dcterms:created>
  <dcterms:modified xsi:type="dcterms:W3CDTF">2026-06-17T07:46:18Z</dcterms:modified>
</cp:coreProperties>
</file>