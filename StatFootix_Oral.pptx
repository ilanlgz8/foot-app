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"StatFootix c'est une application web de statistiques football en temps réel. L'idée : suivre les matchs en direct, consulter les classements, résultats et buteurs, dans une interface propre et rapide."</a:t>
            </a:r>
          </a:p>
          <a:p>
            <a:r>
              <a:rPr lang="fr-FR" dirty="0" sz="1300" b="0"/>
              <a:t>"Côté technique : React 18 pour l'UI, TanStack Query pour toutes les données et le cache, et Netlify Functions comme couche serveur — pour ne jamais exposer mes clés API au navigateur."</a:t>
            </a:r>
          </a:p>
          <a:p>
            <a:r>
              <a:rPr lang="fr-FR" dirty="0" sz="1300" b="0"/>
              <a:t>"4 sources : football-data.org pour les matchs/classements, api-football.com pour les minutes précises, ESPN pour les scores quasi-instantanés, flux RSS pour les actualités."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React 18 → librairie JS pour construire l'UI en composants. Hooks : useState, useEffect.</a:t>
            </a:r>
          </a:p>
          <a:p>
            <a:r>
              <a:rPr lang="fr-FR" dirty="0" sz="1300" b="0"/>
              <a:t>TanStack Query → gestion d'état serveur : fetch, cache, loading, erreurs, refetch automatique. queryKey = identifiant cache.</a:t>
            </a:r>
          </a:p>
          <a:p>
            <a:r>
              <a:rPr lang="fr-FR" dirty="0" sz="1300" b="0"/>
              <a:t>Netlify Functions → fonctions serverless côté serveur. Zéro serveur à gérer, déploiement auto.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pourquoi React : standard 2024/2025, écosystème le plus riche, TanStack Query natif.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'temps réel' : c'est du polling toutes les 30s, pas des WebSockets. ESPN &lt; 10s en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"Architecture en 3 couches : navigateur → Netlify (proxy sécurisé) → APIs externes."</a:t>
            </a:r>
          </a:p>
          <a:p>
            <a:r>
              <a:rPr lang="fr-FR" dirty="0" sz="1300" b="0"/>
              <a:t>"Le navigateur ne parle JAMAIS directement aux APIs. Il appelle /api/v4/matches, Netlify intercepte, ajoute la clé depuis une variable d'environnement, et retransmet. La clé ne quitte jamais le serveur."</a:t>
            </a:r>
          </a:p>
          <a:p>
            <a:r>
              <a:rPr lang="fr-FR" dirty="0" sz="1300" b="0"/>
              <a:t>"4 sources : football-data.org (données structurées), api-football.com (minutes précises, 100 req/jour), ESPN (scores &lt; 10s), 4 flux RSS (actualités)."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Proxy → intermédiaire qui relaye les requêtes. Netlify Function = proxy : reçoit, ajoute la clé, retransmet.</a:t>
            </a:r>
          </a:p>
          <a:p>
            <a:r>
              <a:rPr lang="fr-FR" dirty="0" sz="1300" b="0"/>
              <a:t>Variable d'environnement → stockée côté serveur, invisible du navigateur. Netlify : Settings &gt; Env variables.</a:t>
            </a:r>
          </a:p>
          <a:p>
            <a:r>
              <a:rPr lang="fr-FR" dirty="0" sz="1300" b="0"/>
              <a:t>REST / JSON → REST = style d'API où chaque URL = une ressource. JSON = format de données texte.</a:t>
            </a:r>
          </a:p>
          <a:p>
            <a:r>
              <a:rPr lang="fr-FR" dirty="0" sz="1300" b="0"/>
              <a:t>RSS → format XML pour publier des flux d'articles. On filtre par mots-clés foot.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pourquoi pas Node/Express : Netlify Functions suffisent, zéro infrastructure, déploiement auto à chaque push Git.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sécurité : sans proxy la clé est dans le code React, visible dans DevTools. Avec proxy elle reste côté serveur. C'est le pattern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"Problème de base : si la clé API est dans le code React, elle apparaît en clair dans le JS envoyé au navigateur. N'importe qui peut l'ouvrir dans DevTools et consommer ton quota."</a:t>
            </a:r>
          </a:p>
          <a:p>
            <a:r>
              <a:rPr lang="fr-FR" dirty="0" sz="1300" b="0"/>
              <a:t>"Solution : Netlify Function côté serveur. React appelle /api/v4/matches, Netlify ajoute process.env.FOOTBALL_API_KEY, retransmet la réponse. La clé ne quitte jamais le serveur."</a:t>
            </a:r>
          </a:p>
          <a:p>
            <a:r>
              <a:rPr lang="fr-FR" dirty="0" sz="1300" b="0"/>
              <a:t>"Si l'API répond 429 (trop de requêtes), on retransmet ce code tel quel. TanStack conserve les données en cache — pas de spinner, pas de page blanche."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HTTP 429 (Too Many Requests) → quota dépassé. football-data.org : 10 req/min gratuit.</a:t>
            </a:r>
          </a:p>
          <a:p>
            <a:r>
              <a:rPr lang="fr-FR" dirty="0" sz="1300" b="0"/>
              <a:t>DevTools → F12 dans le navigateur. Onglet Network : toutes les requêtes. Onglet Sources : le code JS. Une clé dans le JS y est visible en clair.</a:t>
            </a:r>
          </a:p>
          <a:p>
            <a:r>
              <a:rPr lang="fr-FR" dirty="0" sz="1300" b="0"/>
              <a:t>netlify.toml → fichier de config à la racine. [[redirects]] from="/api/*" to="/.netlify/functions/football/:splat"</a:t>
            </a:r>
          </a:p>
          <a:p>
            <a:r>
              <a:rPr lang="fr-FR" dirty="0" sz="1300" b="0"/>
              <a:t>Serverless → code qui s'exécute à la demande, sans serveur permanent. On ne paie que ce qu'on utilise.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et si Netlify tombe : uptime 99.99%. Le localCache absorbe les coupures courtes.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CORS : même si l'API autorise CORS, la clé serait toujours dans le code client. Le proxy cache la clé, pas pour CORS.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"Toute la gestion des données suit le même pattern : un hook, une queryKey, une queryFn."</a:t>
            </a:r>
          </a:p>
          <a:p>
            <a:r>
              <a:rPr lang="fr-FR" dirty="0" sz="1300" b="0"/>
              <a:t>"La queryKey = identifiant unique du cache. Si deux composants utilisent la même clé (ex: page Résultats + panel Accueil), il n'y a qu'UNE requête réseau. Cache partagé, synchro instantanée."</a:t>
            </a:r>
          </a:p>
          <a:p>
            <a:r>
              <a:rPr lang="fr-FR" dirty="0" sz="1300" b="0"/>
              <a:t>"staleTime : tant que la donnée est fraîche, pas de refetch. Ça préserve le quota. staleTime 20s pour le live, 10min pour les buteurs."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Hook React → fonction JS commençant par 'use', encapsule de la logique réutilisable. Appelable uniquement dans un composant.</a:t>
            </a:r>
          </a:p>
          <a:p>
            <a:r>
              <a:rPr lang="fr-FR" dirty="0" sz="1300" b="0"/>
              <a:t>queryKey → tableau identifiant une donnée. ['standings', compId] : si compId change, nouveau fetch. Même clé = même cache pour toute l'app.</a:t>
            </a:r>
          </a:p>
          <a:p>
            <a:r>
              <a:rPr lang="fr-FR" dirty="0" sz="1300" b="0"/>
              <a:t>staleTime → durée (ms) pendant laquelle la donnée est 'fraîche'. Pas de refetch pendant ce temps.</a:t>
            </a:r>
          </a:p>
          <a:p>
            <a:r>
              <a:rPr lang="fr-FR" dirty="0" sz="1300" b="0"/>
              <a:t>refetchInterval → polling automatique toutes les N ms. Dynamique : 30s si matchs actifs, 60s sinon.</a:t>
            </a:r>
          </a:p>
          <a:p>
            <a:r>
              <a:rPr lang="fr-FR" dirty="0" sz="1300" b="0"/>
              <a:t>Cache partagé → QueryCache global. Pas besoin de Redux ni Context pour partager les données.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pourquoi pas SWR : TanStack plus complet (mutations, prefetching, devtools). Standard de l'industrie.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Redux : pas fait pour les données serveur. Il faudrait coder loading/erreur/refetch/cache manuellement. TanStack le fait en quelques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"Premier problème découvert : l'endpoint global de football-data.org en tier gratuit ne retourne pas les matchs de la Coupe du Monde. Deux requêtes séparées obligatoires."</a:t>
            </a:r>
          </a:p>
          <a:p>
            <a:r>
              <a:rPr lang="fr-FR" dirty="0" sz="1300" b="0"/>
              <a:t>"delay(700) entre les deux : l'API limite à 10 req/min. Sans délai, deux requêtes quasi-simultanées au chargement peuvent déclencher un 429 immédiatement."</a:t>
            </a:r>
          </a:p>
          <a:p>
            <a:r>
              <a:rPr lang="fr-FR" dirty="0" sz="1300" b="0"/>
              <a:t>"Ensuite : déduplication par ID, tri chronologique par utcDate."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Promise.all → exécute plusieurs promesses en parallèle, attend que toutes soient résolues. Plus rapide que l'une après l'autre.</a:t>
            </a:r>
          </a:p>
          <a:p>
            <a:r>
              <a:rPr lang="fr-FR" dirty="0" sz="1300" b="0"/>
              <a:t>Rate limiting → restriction du nombre de requêtes par unité de temps. 10/min sur le tier gratuit. 429 = quota dépassé.</a:t>
            </a:r>
          </a:p>
          <a:p>
            <a:r>
              <a:rPr lang="fr-FR" dirty="0" sz="1300" b="0"/>
              <a:t>utcDate → date/heure du match en UTC. Convertie en heure locale pour l'affichage. Utilisée pour trier chronologiquement.</a:t>
            </a:r>
          </a:p>
          <a:p>
            <a:r>
              <a:rPr lang="fr-FR" dirty="0" sz="1300" b="0"/>
              <a:t>Déduplication → supprimer les doublons via un Set d'IDs.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pourquoi pas payer le tier sup : usage personnel, tier gratuit suffit. Le contournement (deux requêtes) est propre.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delay(700) : protection simple mais efficace. Un retry exponentiel serait plus robuste mais inutile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"MatchCard = composant de base. Affiche un match dans n'importe quel contexte : panel du jour, widget live, résultats. Même composant, données différentes."</a:t>
            </a:r>
          </a:p>
          <a:p>
            <a:r>
              <a:rPr lang="fr-FR" dirty="0" sz="1300" b="0"/>
              <a:t>"Score : ESPN en priorité (&lt; 10s), football-data.org en fallback (~1min). L'opérateur ?. fait le fallback automatiquement."</a:t>
            </a:r>
          </a:p>
          <a:p>
            <a:r>
              <a:rPr lang="fr-FR" dirty="0" sz="1300" b="0"/>
              <a:t>"Minute : calcMinute() calcule côté client depuis les timestamps en localStorage. setInterval toutes les 30s, zéro appel réseau. Affiche : 1', MT, 73', 90+2', FT..."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Composant React → fonction JS qui retourne du JSX. Prend des props, retourne de l'UI. Réutilisable.</a:t>
            </a:r>
          </a:p>
          <a:p>
            <a:r>
              <a:rPr lang="fr-FR" dirty="0" sz="1300" b="0"/>
              <a:t>Optional chaining (?.) → espnData?.score = si espnData existe alors score, sinon undefined. Évite les TypeError.</a:t>
            </a:r>
          </a:p>
          <a:p>
            <a:r>
              <a:rPr lang="fr-FR" dirty="0" sz="1300" b="0"/>
              <a:t>setInterval → exécution répétée à intervalles fixes. Cleanup (clearInterval) obligatoire pour éviter les fuites mémoire.</a:t>
            </a:r>
          </a:p>
          <a:p>
            <a:r>
              <a:rPr lang="fr-FR" dirty="0" sz="1300" b="0"/>
              <a:t>localStorage → stockage clé-valeur dans le navigateur, persistant entre sessions. Limite ~5MB. Synchrone.</a:t>
            </a:r>
          </a:p>
          <a:p>
            <a:r>
              <a:rPr lang="fr-FR" dirty="0" sz="1300" b="0"/>
              <a:t>calcMinute() → priorité : kickoffAt (api-football.com) &gt; estimation pausedAt+15min &gt; heuristique utcDate. Indépendante du statut API.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localStorage vs state React : le state est perdu au rechargement. localStorage persiste. Les timestamps doivent survivre à un F5.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mi-temps : PAUSED détecté → pausedAt = Date.now(). calcMinute() retourne 'MT' pendant 15min, puis bascule en 2ème MT côté client sans dépendre de l'API.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"Point technique clé : cache partagé. Page Résultats et panel Résultats récents de l'Accueil = même hook, même queryKey. Une seule requête, mise à jour instantanée des deux."</a:t>
            </a:r>
          </a:p>
          <a:p>
            <a:r>
              <a:rPr lang="fr-FR" dirty="0" sz="1300" b="0"/>
              <a:t>"Blasons : URLs fournies par l'API. Si vide : première lettre du nom. Gagnant mis en évidence avec une classe CSS."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Cache partagé TanStack → QueryCache global. Même queryKey = même entrée cache pour toute l'app.</a:t>
            </a:r>
          </a:p>
          <a:p>
            <a:r>
              <a:rPr lang="fr-FR" dirty="0" sz="1300" b="0"/>
              <a:t>Journée / matchday → football-data.org groupe les matchs par journée. Affichage du plus récent au plus ancien.</a:t>
            </a:r>
          </a:p>
          <a:p>
            <a:r>
              <a:rPr lang="fr-FR" dirty="0" sz="1300" b="0"/>
              <a:t>Fallback → solution de secours. URL blason vide → première lettre. ESPN pas dispo → score football-data.org.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combien de jours : 4 derniers jours (J-4). Limite du tier gratuit.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changement de compétition : queryKey contient compId. Change de compé → nouvelle clé → nouveau fetch auto.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"Complexité particulière : l'API retourne une structure différente selon la compétition. Premier League = un seul tableau. Coupe du Monde ou LDC = plusieurs groupes (A, B, C...)."</a:t>
            </a:r>
          </a:p>
          <a:p>
            <a:r>
              <a:rPr lang="fr-FR" dirty="0" sz="1300" b="0"/>
              <a:t>"Le hook détecte ça automatiquement : realGroups.length &gt; 1 → mode multi-groupes. Classement.jsx reçoit groups et standings et s'adapte sans savoir quelle compé est chargée."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Standings → classement : position, MJ, V/N/D, buts pour/contre, différence, points.</a:t>
            </a:r>
          </a:p>
          <a:p>
            <a:r>
              <a:rPr lang="fr-FR" dirty="0" sz="1300" b="0"/>
              <a:t>Multi-groupes → CdM, LDC, Europa. L'API renvoie un tableau de groupes, chaque groupe avec son propre classement.</a:t>
            </a:r>
          </a:p>
          <a:p>
            <a:r>
              <a:rPr lang="fr-FR" dirty="0" sz="1300" b="0"/>
              <a:t>realGroups.length &gt; 1 → détection automatique. Pas besoin de coder en dur quelle compé est 'multi-groupes'.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le bracket CdM : généré en SVG par calcul mathématique. Matchs de phase finale positionnés dans un arbre avec coordonnées calculées. Lignes = paths SVG générés auto.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"Détail intéressant : le paramètre enabled de TanStack Query. Si aucune compétition sélectionnée (compId null), enabled = false → requête ne part pas. Pas de if dans le composant, TanStack gère ça nativement."</a:t>
            </a:r>
          </a:p>
          <a:p>
            <a:r>
              <a:rPr lang="fr-FR" dirty="0" sz="1300" b="0"/>
              <a:t>"staleTime à 10min : les stats de buteurs ne changent qu'après un but. Pas besoin de rafraîchir toutes les 30s."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enabled (TanStack Query) → booléen activant/désactivant une query. enabled: !!compId = actif seulement si compId est non-null. Pendant désactivation : pas de fetch, isLoading = false.</a:t>
            </a:r>
          </a:p>
          <a:p>
            <a:r>
              <a:rPr lang="fr-FR" dirty="0" sz="1300" b="0"/>
              <a:t>staleTime stratégique → adapter à la fréquence de changement : live 20s, résultats 2min, classement 5min, buteurs 10min.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combien de buteurs : top 20 via l'API. UI met en avant visuellement les 3 premiers (or/argent/bronze).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"Problème : football-data.org free tier = ~1min de délai sur les scores. Trop long pour du live."</a:t>
            </a:r>
          </a:p>
          <a:p>
            <a:r>
              <a:rPr lang="fr-FR" dirty="0" sz="1300" b="0"/>
              <a:t>"Solution : ESPN a une API publique non officielle qui met à jour en moins de 10s. Poll toutes les 10s quand un match est actif. ESPN = overlay : enrichit les scores, ne remplace pas football-data.org."</a:t>
            </a:r>
          </a:p>
          <a:p>
            <a:r>
              <a:rPr lang="fr-FR" dirty="0" sz="1300" b="0"/>
              <a:t>"Challenge : fuzzy matching. ESPN : 'PSG', football-data.org : 'Paris Saint-Germain'. Fix : normaliser (minuscules, accents retirés) + comparer 5 premiers caractères. 'paris' = 'paris saint-germain'. Marche pour 99% des cas."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TERMES CLÉS :</a:t>
            </a:r>
          </a:p>
          <a:p>
            <a:r>
              <a:rPr lang="fr-FR" dirty="0" sz="1300" b="0"/>
              <a:t>Polling → interroger une API à intervalles réguliers. Opposé au push (WebSocket). ESPN : toutes les 10s si match actif.</a:t>
            </a:r>
          </a:p>
          <a:p>
            <a:r>
              <a:rPr lang="fr-FR" dirty="0" sz="1300" b="0"/>
              <a:t>Overlay de données → superposition d'une source sur une autre. football-data.org = vérité. ESPN = fraîcheur pour les scores.</a:t>
            </a:r>
          </a:p>
          <a:p>
            <a:r>
              <a:rPr lang="fr-FR" dirty="0" sz="1300" b="0"/>
              <a:t>Fuzzy matching → correspondance approximative. Normalisation + 5 premiers chars. Pragmatique, pas d'algo Levenshtein.</a:t>
            </a:r>
          </a:p>
          <a:p>
            <a:r>
              <a:rPr lang="fr-FR" dirty="0" sz="1300" b="0"/>
              <a:t>ESPN API non officielle → site.api.espn.com, pas d'auth, pas de garantie de stabilité.</a:t>
            </a:r>
          </a:p>
          <a:p>
            <a:r>
              <a:rPr lang="fr-FR" dirty="0" sz="1300" b="0"/>
              <a:t>Normalisation → .toLowerCase() + normalize('NFD') + replace. 'Paris Saint-Germain' → 'paris'.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légalité ESPN : API publique non documentée, pas d'interdiction. Usage personnel. Si ça casse : app continue avec football-data.org (1min de délai).</a:t>
            </a:r>
          </a:p>
          <a:p>
            <a:r>
              <a:rPr lang="fr-FR" dirty="0" sz="1300" b="1">
                <a:solidFill>
                  <a:srgbClr val="F5A623"/>
                </a:solidFill>
              </a:rPr>
              <a:t>SI ON TE DEMANDE faux positifs fuzzy : théoriquement possible si deux équipes commencent pareil. En pratique jamais arrivé sur les compés couvertes.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sz="1300" b="1">
                <a:solidFill>
                  <a:srgbClr val="E94560"/>
                </a:solidFill>
              </a:rPr>
              <a:t>CE QUE TU DIS :</a:t>
            </a:r>
          </a:p>
          <a:p>
            <a:r>
              <a:rPr lang="fr-FR" dirty="0" sz="1300" b="0"/>
              <a:t>"4 points retenus de ce projet :"</a:t>
            </a:r>
          </a:p>
          <a:p>
            <a:r>
              <a:rPr lang="fr-FR" dirty="0" sz="1300" b="0"/>
              <a:t>"1/ Proxy Netlify = non-négociable dès qu'il y a une clé API. Une ligne dans netlify.toml, la clé ne quitte plus le serveur."</a:t>
            </a:r>
          </a:p>
          <a:p>
            <a:r>
              <a:rPr lang="fr-FR" dirty="0" sz="1300" b="0"/>
              <a:t>"2/ TanStack Query : un seul pattern pour fetch, cache, loading, erreur, refetch. Standard de l'industrie."</a:t>
            </a:r>
          </a:p>
          <a:p>
            <a:r>
              <a:rPr lang="fr-FR" dirty="0" sz="1300" b="0"/>
              <a:t>"3/ ESPN comme overlay = solution pragmatique. football-data.org = source de vérité, ESPN = fraîcheur."</a:t>
            </a:r>
          </a:p>
          <a:p>
            <a:r>
              <a:rPr lang="fr-FR" dirty="0" sz="1300" b="0"/>
              <a:t>"4/ enabled + staleTime = zéro requête inutile. Chaque appel API est justifié."</a:t>
            </a:r>
          </a:p>
          <a:p>
            <a:r>
              <a:rPr lang="fr-FR" dirty="0" sz="1300" b="0"/>
              <a:t>"Ce projet m'a appris que le temps réel en frontend, c'est surtout une question de compromis : fraîcheur vs quota, précision vs fiabilité, source unique vs sources multiples."</a:t>
            </a:r>
          </a:p>
          <a:p>
            <a:r>
              <a:rPr lang="fr-FR" dirty="0" sz="1200" b="1">
                <a:solidFill>
                  <a:srgbClr val="666666"/>
                </a:solidFill>
              </a:rPr>
              <a:t>---</a:t>
            </a:r>
          </a:p>
          <a:p>
            <a:r>
              <a:rPr lang="fr-FR" dirty="0" sz="1300" b="1">
                <a:solidFill>
                  <a:srgbClr val="E94560"/>
                </a:solidFill>
              </a:rPr>
              <a:t>QUESTIONS PIÈGES :</a:t>
            </a:r>
          </a:p>
          <a:p>
            <a:r>
              <a:rPr lang="fr-FR" dirty="0" sz="1300" b="0"/>
              <a:t>Déployé en prod ? → Oui sur Netlify. Auto-déployé à chaque push sur main. Vite build → dist/.</a:t>
            </a:r>
          </a:p>
          <a:p>
            <a:r>
              <a:rPr lang="fr-FR" dirty="0" sz="1300" b="0"/>
              <a:t>Des tests ? → Pas de tests auto dans ce projet. Limite identifiée. Ajouterais Vitest sur calcMinute, fuzzy matching, déduplication.</a:t>
            </a:r>
          </a:p>
          <a:p>
            <a:r>
              <a:rPr lang="fr-FR" dirty="0" sz="1300" b="0"/>
              <a:t>Limites de l'app ? → Tier gratuit = usage perso (pas scalable). ESPN non officielle. Pas de PWA/offline. Pas de tests auto.</a:t>
            </a:r>
          </a:p>
          <a:p>
            <a:r>
              <a:rPr lang="fr-FR" dirty="0" sz="1300" b="0"/>
              <a:t>Tu referais quoi différemment ? → TypeScript dès le début pour typer les réponses API. Tests unitaires sur les utils. Schemas Zod pour valider les réponses.</a:t>
            </a:r>
          </a:p>
          <a:p>
            <a:r>
              <a:rPr lang="fr-FR" dirty="0" sz="1300" b="0"/>
              <a:t>Pourquoi pas GraphQL ? → football-data.org expose uniquement REST. GraphQL ferait sens avec un backend custom qui agrège les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" y="5088636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23444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</a:t>
            </a:r>
            <a:pPr indent="0" marL="0">
              <a:buNone/>
            </a:pPr>
            <a:r>
              <a:rPr lang="en-US" sz="60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Footix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7132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web de statistiques football en temps réel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18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TanStack Query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4632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Netlify Functions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766560" y="2999232"/>
            <a:ext cx="178308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299923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football-data.org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05840" y="382219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Présentation ~ 20 min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— comment les données circulent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804672"/>
            <a:ext cx="2651760" cy="233172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804672"/>
            <a:ext cx="2651760" cy="310896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Navigateur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Query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804672"/>
            <a:ext cx="2651760" cy="2331720"/>
          </a:xfrm>
          <a:prstGeom prst="rect">
            <a:avLst/>
          </a:prstGeom>
          <a:solidFill>
            <a:srgbClr val="1A1A2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804672"/>
            <a:ext cx="2651760" cy="3108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Netlify Function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37560" y="118872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Proxy sécurisé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process.env.API_KEY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804672"/>
            <a:ext cx="2651760" cy="2331720"/>
          </a:xfrm>
          <a:prstGeom prst="rect">
            <a:avLst/>
          </a:prstGeom>
          <a:solidFill>
            <a:srgbClr val="1A1A2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804672"/>
            <a:ext cx="2651760" cy="31089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8046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APIs externes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118872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api-football.com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ESPN  •  RSS (4 flux)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88036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852160" y="18745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8600" y="3392424"/>
            <a:ext cx="137160" cy="13716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33284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/api/v4/...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42616" y="33284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football-data.org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137160" cy="13716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33284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/apifootball?live=all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077456" y="33284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api-football.com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28600" y="3849624"/>
            <a:ext cx="137160" cy="1371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785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/espn/scoreboard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642616" y="37856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ESPN (non-officiel)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3849624"/>
            <a:ext cx="137160" cy="137160"/>
          </a:xfrm>
          <a:prstGeom prst="ellipse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64608" y="3785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498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/news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077456" y="378561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4 flux RSS agrégés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Sécuriser la clé API avec Netlify Functions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3977640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" y="749808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❌  Sans proxy — clé visible dans DevTools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1042416"/>
            <a:ext cx="3977640" cy="1024128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" y="109728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'https://api.football-data.org/v4/matches'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'X-Auth-Token'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'MON_API_KEY'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⚠️ visible dans n'importe quel DevTools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4663440" y="749808"/>
            <a:ext cx="42519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36592" y="749808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  Proxy Netlify — clé uniquement côté serveur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42416"/>
            <a:ext cx="4251960" cy="2148840"/>
          </a:xfrm>
          <a:prstGeom prst="rect">
            <a:avLst/>
          </a:prstGeom>
          <a:solidFill>
            <a:srgbClr val="1E1E1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97280"/>
            <a:ext cx="4142232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netlify/functions/football.js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`https://api.football-data.org${path}`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'X-Auth-Token'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variable Netlify, jamais dans le code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statusCode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228600" y="2176272"/>
            <a:ext cx="397764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" y="2176272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98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React — appel propre, clé invisible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8600" y="2468880"/>
            <a:ext cx="3977640" cy="713232"/>
          </a:xfrm>
          <a:prstGeom prst="rect">
            <a:avLst/>
          </a:prstGeom>
          <a:solidFill>
            <a:srgbClr val="1E1E1E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3464" y="2523744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 navigateur ne voit jamais la vraie URL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'/api/v4/matches?status=IN_PLAY'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↳ Netlify redirige → football-data.org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28600" y="3328416"/>
            <a:ext cx="8686800" cy="1463040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4015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process.env.API_KEY  —  variable Netlify, jamais committée dans le dépôt Git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3803904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🛡️  Le navigateur appelle /api/...  —  la vraie URL et la clé restent invisibles dans DevTools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42062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↩️  La fonction retransmet le statusCode original  —  si l'API renvoie 429, TanStack conserve les données actuelles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Query — le pattern commun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28600" y="731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ressource suit le même schéma  useQuery  —  matchs, classement, résultats, buteurs…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8600" y="1042416"/>
            <a:ext cx="5257800" cy="374904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" y="1097280"/>
            <a:ext cx="5148072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Exemple : matchs à venir pour une compétition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'SCHEDULED'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'matches'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↑ si selectedComp change → nouveau fetch automatique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`/api/v4/competitions/${selectedComp}/matches?status=${status}`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`Erreur API: ${res.status}`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données 'fraîches' 5min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7" name="Shape 5"/>
          <p:cNvSpPr/>
          <p:nvPr/>
        </p:nvSpPr>
        <p:spPr>
          <a:xfrm>
            <a:off x="5687568" y="104241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87568" y="1042416"/>
            <a:ext cx="1444752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42432" y="104241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760720" y="133502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['matches', comp, status]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Changer de compétition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de statut déclenche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nouveau fetch auto.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23760" y="104241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23760" y="1042416"/>
            <a:ext cx="1444752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78624" y="104241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296912" y="133502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Fonction async standard.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gère retry,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loading et error.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Erreur 429 → throw.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87568" y="291693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87568" y="2916936"/>
            <a:ext cx="1444752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42432" y="291693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760720" y="320954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5min = données fraîches.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composants identiques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montés simultanément 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1 seul fetch réseau.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223760" y="2916936"/>
            <a:ext cx="1444752" cy="1737360"/>
          </a:xfrm>
          <a:prstGeom prst="rect">
            <a:avLst/>
          </a:prstGeom>
          <a:solidFill>
            <a:srgbClr val="1A1A24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23760" y="2916936"/>
            <a:ext cx="1444752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78624" y="2916936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?? []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9544"/>
            <a:ext cx="1298448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Valeur par défaut sûre.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crash si l'API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n'a pas encore répondu.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.length sur null.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Récupérer les matchs du jour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8686800" cy="347472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92608" y="749808"/>
            <a:ext cx="8558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39C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 football-data.org (free tier) : l'endpoint /v4/matches global ne retourne PAS la Coupe du Monde → 2 requêtes séparées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8600" y="1143000"/>
            <a:ext cx="5440680" cy="365760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" y="1197864"/>
            <a:ext cx="5330952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fetchTodayMatches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Requête 1 : toutes les ligues européennes en une seule requête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`/api/v4/matches?dateFrom=${date}&amp;dateTo=${date}&amp;competitions=${EURO_COMPS}`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↑ CL, PL, Ligue 1, Liga, Bundesliga, Serie 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évite le 429 → max 10 req/min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Requête 2 : WC séparément (non retourné par l'endpoint global)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`/api/v4/competitions/WC/matches?dateFrom=${date}&amp;dateTo=${date}`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Dédupliquer par id puis trier chronologiquement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wcMatches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5897880" y="1143000"/>
            <a:ext cx="3017520" cy="1097280"/>
          </a:xfrm>
          <a:prstGeom prst="rect">
            <a:avLst/>
          </a:prstGeom>
          <a:solidFill>
            <a:srgbClr val="1A1A24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97880" y="1143000"/>
            <a:ext cx="3017520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52744" y="114300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safeFetch()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971032" y="1435608"/>
            <a:ext cx="2871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l'API répond 429 → throw.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garde les données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précédentes sans spinner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 page blanche.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97880" y="2368296"/>
            <a:ext cx="3017520" cy="109728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97880" y="2368296"/>
            <a:ext cx="301752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52744" y="2368296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EURO_COMPS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971032" y="2660904"/>
            <a:ext cx="2871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'CL,PL,FL1,PD,BL1,SA'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seule requête pour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compétitions européennes.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 le quota.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897880" y="3593592"/>
            <a:ext cx="3017520" cy="1097280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97880" y="3593592"/>
            <a:ext cx="3017520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52744" y="359359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delay(700)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71032" y="3886200"/>
            <a:ext cx="2871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L'API limite à 10 req/min.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700ms entre les 2 calls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évite d'exploser le quota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chargement.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Afficher un match — MatchCard.jsx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623560" cy="4078224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513832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MatchCard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'IN_PLAY'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'PAUSED'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'FINISHED'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ESPN (&lt;10s) prioritaire sur football-data.org (~1min de délai)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Gagnant : style winner/loser uniquement pour les matchs terminés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homeWins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awayWins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Centre : heure à venir | minute en direct | 'FT'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'FT'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formatHour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calcMinute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Domicile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traduit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heure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isLive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isFinished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`${hs??0} – ${as_??0}`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formatHour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rieur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998464" y="749808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98464" y="749808"/>
            <a:ext cx="2916936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53328" y="749808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homeTeam.crest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71616" y="1042416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du blason fournie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directement par l'API.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&lt;img src={...} /&gt; suffit,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stockage local.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98464" y="1773936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98464" y="1773936"/>
            <a:ext cx="2916936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53328" y="1773936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translateTeam()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71616" y="2066544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Dictionnaire FR/EN.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'Man. City' au lieu de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'Manchester City'.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 court + cohérent.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98464" y="2798064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98464" y="2798064"/>
            <a:ext cx="2916936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279806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espnScore?.home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71616" y="3090672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Opérateur ?.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ESPN n'a pas de score 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 auto sur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98464" y="3822192"/>
            <a:ext cx="2916936" cy="914400"/>
          </a:xfrm>
          <a:prstGeom prst="rect">
            <a:avLst/>
          </a:prstGeom>
          <a:solidFill>
            <a:srgbClr val="1A1A24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98464" y="3822192"/>
            <a:ext cx="2916936" cy="256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3822192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D0D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calcMinute()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71616" y="4114800"/>
            <a:ext cx="2770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Calcule '73'' ou 'MT'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partir du timestamp.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 à jour sans refetch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grâce à setInterval.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Résultats — fetch + affichage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166360" cy="4078224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056632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useMatchs.js — même hook que la page Résultats → cache partagé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dateFrom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'matches'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dateTo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Clé partagée avec la page Résultats → 1 seul 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chaque nouveau jour, sans code supplémentaire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`/api/v4/competitions/WC/matches?status=FINISHED`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`&amp;dateFrom=${dateFrom}&amp;dateTo=${dateTo}`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utcDate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5min (identique à useMatches)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577840" y="749808"/>
            <a:ext cx="333756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0992" y="74980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98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Affichage dans Resultat.jsx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42416"/>
            <a:ext cx="3337560" cy="2980944"/>
          </a:xfrm>
          <a:prstGeom prst="rect">
            <a:avLst/>
          </a:prstGeom>
          <a:solidFill>
            <a:srgbClr val="1E1E1E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32704" y="1097280"/>
            <a:ext cx="3227832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as_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Blason de l'équipe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Nom traduit + abrégé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 avec couleur gagnant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hWin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'scoreNum--win'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'scoreNum--draw'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228600" y="4974336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4983480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tName() = translateTeam(t?.shortName || t?.name || '?')  —  fallback si aucun nom disponible dans l'API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Classements — useStandings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166360" cy="4078224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056632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useStandings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'standings'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`/api/v4/competitions/${selectedComp}/standings`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Coupe du monde / LDC → plusieurs groupes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Filtre les entrées parasites (TOTAL, table à 1 équipe)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ex: 'GROUP_A'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Championnat classique → 1 seul tableau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577840" y="749808"/>
            <a:ext cx="3337560" cy="25603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0992" y="74980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Ligne de classement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42416"/>
            <a:ext cx="3337560" cy="3291840"/>
          </a:xfrm>
          <a:prstGeom prst="rect">
            <a:avLst/>
          </a:prstGeom>
          <a:solidFill>
            <a:srgbClr val="1E1E1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32704" y="1097280"/>
            <a:ext cx="3227832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depuis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translateTeam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playedGames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goalDifference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228600" y="4974336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2608" y="4983480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groups.length &gt; 1  →  affichage multi-groupes (Groupe A, B, C…)     groups = []  →  tableau unique de championnat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buteurs — useScorers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5166360" cy="301752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83464" y="804672"/>
            <a:ext cx="5056632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useScorers.js — top 20 buteurs d'une compétition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'scorers'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`/api/v4/competitions/${compId}/scorers?limit=20`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`Erreur API: ${res.status}`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10min (stats changent peu)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désactivé sans compétition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isLoading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577840" y="749808"/>
            <a:ext cx="3337560" cy="25603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50992" y="74980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B59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Affichage dans Classement.jsx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42416"/>
            <a:ext cx="3337560" cy="2743200"/>
          </a:xfrm>
          <a:prstGeom prst="rect">
            <a:avLst/>
          </a:prstGeom>
          <a:solidFill>
            <a:srgbClr val="1E1E1E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32704" y="1097280"/>
            <a:ext cx="3227832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`scorerRow--top${i+1}`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'scorerRow'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club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numberOfGoals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228600" y="3913632"/>
            <a:ext cx="8686800" cy="49377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⚙️  enabled: !!compId  </a:t>
            </a:r>
            <a:pPr indent="0" marL="0">
              <a:buNone/>
            </a:pPr>
            <a:r>
              <a:rPr lang="en-US" sz="100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La requête ne part que si une compétition est sélectionnée. Pas de if/else dans le composant, TanStack suspend le fetch lui-même.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4480560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" y="4489704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playerName = [s.scorer.firstName, s.scorer.lastName].filter(Boolean).join(' ')  —  gère les noms incomplets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2801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Scores en direct — overlay ESPN &lt; 10s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228600" y="749808"/>
            <a:ext cx="8686800" cy="310896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49808"/>
            <a:ext cx="8631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football-data.org (free tier) : délai ~60s</a:t>
            </a:r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 ←→     </a:t>
            </a:r>
            <a:pPr algn="ctr"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ESPN (non-officiel) : délai &lt; 10s</a:t>
            </a:r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→  overlay ESPN prioritaire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097280"/>
            <a:ext cx="5166360" cy="3383280"/>
          </a:xfrm>
          <a:prstGeom prst="rect">
            <a:avLst/>
          </a:prstGeom>
          <a:solidFill>
            <a:srgbClr val="1E1E1E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464" y="1152144"/>
            <a:ext cx="5056632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useEspnScores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useQuery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queryKey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'espnScores'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queryFn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'/espn/scoreboard'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Associe chaque event ESPN à un match football-data.org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Les noms diffèrent entre les 2 APIs : 'PSG' vs 'Paris Saint-Germain'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competitions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competitors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 matchId: { home, away } 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refetchInterval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10_000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fdoMatches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'IN_PLAY'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5577840" y="1097280"/>
            <a:ext cx="3337560" cy="2560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0992" y="109728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39C1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Fuzzy matching des noms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389888"/>
            <a:ext cx="3337560" cy="2103120"/>
          </a:xfrm>
          <a:prstGeom prst="rect">
            <a:avLst/>
          </a:prstGeom>
          <a:solidFill>
            <a:srgbClr val="1E1E1E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32704" y="1444752"/>
            <a:ext cx="3227832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matchEvent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fdo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awayTeam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 premiers chars suffisent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'paris' == 'paris saint-germain'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startsWith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startsWith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apiA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buNone/>
            </a:pPr>
            <a:r>
              <a:rPr lang="en-US" sz="86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577840" y="3547872"/>
            <a:ext cx="3337560" cy="256032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50992" y="3547872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98D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MatchCard — priorité ESPN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77840" y="3840480"/>
            <a:ext cx="3337560" cy="420624"/>
          </a:xfrm>
          <a:prstGeom prst="rect">
            <a:avLst/>
          </a:prstGeom>
          <a:solidFill>
            <a:srgbClr val="1E1E1E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32704" y="3895344"/>
            <a:ext cx="3227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hs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espnScore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fullTime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86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home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228600" y="4617720"/>
            <a:ext cx="8686800" cy="292608"/>
          </a:xfrm>
          <a:prstGeom prst="rect">
            <a:avLst/>
          </a:prstGeom>
          <a:solidFill>
            <a:srgbClr val="1A1A24"/>
          </a:solidFill>
          <a:ln w="12700">
            <a:solidFill>
              <a:srgbClr val="2A2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" y="4626864"/>
            <a:ext cx="8558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enabled: fdoMatches.some(m =&gt; m.status === 'IN_PLAY')  →  zéro requête ESPN si aucun match en cours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4592" y="5088636"/>
            <a:ext cx="9144000" cy="502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</a:t>
            </a:r>
            <a:pPr indent="0" marL="0">
              <a:buNone/>
            </a:pPr>
            <a:r>
              <a:rPr lang="en-US" sz="5200" b="1" dirty="0">
                <a:solidFill>
                  <a:srgbClr val="E74C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Footix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foot, comme tu veux le voir.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2487168"/>
            <a:ext cx="82296" cy="2926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2468880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proxy Netlify    →   4 APIs, zéro clé exposée dans le navigateur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05840" y="2962656"/>
            <a:ext cx="82296" cy="292608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70432" y="2944368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pattern useQuery →   matchs, classement, résultats, buteurs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05840" y="3438144"/>
            <a:ext cx="82296" cy="2926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3419856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ESPN overlay       →   délai &lt; 10s au lieu de ~60s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05840" y="3913632"/>
            <a:ext cx="82296" cy="2926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70432" y="3895344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0F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enabled + staleTime →  zéro requête inutile, quota préservé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44074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892A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Merci — Questions 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2026-06-16T17:16:34Z</dcterms:created>
  <dcterms:modified xsi:type="dcterms:W3CDTF">2026-06-16T17:16:34Z</dcterms:modified>
</cp:coreProperties>
</file>