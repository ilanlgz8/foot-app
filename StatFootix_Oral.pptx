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StatFootix = appli web de stats football en temps réel.</a:t>
            </a:r>
          </a:p>
          <a:p>
            <a:r>
              <a:rPr lang="fr-FR" dirty="0" sz="1400"/>
              <a:t>Stack : React 18 pour l'UI, TanStack Query pour les données/cache, Netlify Functions comme proxy sécurisé.</a:t>
            </a:r>
          </a:p>
          <a:p>
            <a:r>
              <a:rPr lang="fr-FR" dirty="0" sz="1400"/>
              <a:t>But : suivre matchs en direct, classements, résultats, buteurs dans une interface propre.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3 couches : Navigateur → Netlify Function → APIs externes. Le navigateur ne parle JAMAIS directement aux APIs.</a:t>
            </a:r>
          </a:p>
          <a:p>
            <a:r>
              <a:rPr lang="fr-FR" dirty="0" sz="1400"/>
              <a:t>4 sources : football-data.org (matchs/classements), api-football.com (minutes précises live), ESPN (scores &lt;10s), 4 flux RSS (actus).</a:t>
            </a:r>
          </a:p>
          <a:p>
            <a:r>
              <a:rPr lang="fr-FR" dirty="0" sz="1400"/>
              <a:t>Le navigateur appelle /api/... — il ne voit jamais la vraie URL ni la clé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Problème : clé API dans le code React = visible dans DevTools, n'importe qui peut la voler.</a:t>
            </a:r>
          </a:p>
          <a:p>
            <a:r>
              <a:rPr lang="fr-FR" dirty="0" sz="1400"/>
              <a:t>Solution : Netlify Function côté serveur. React appelle /api/v4/matches, Netlify ajoute la clé depuis une variable d'env, retransmet la réponse.</a:t>
            </a:r>
          </a:p>
          <a:p>
            <a:r>
              <a:rPr lang="fr-FR" dirty="0" sz="1400"/>
              <a:t>Si l'API répond 429, on retransmet ce code → TanStack garde les données précédentes, pas de page blanche.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Tout suit le même pattern : un hook, une queryKey, une queryFn.</a:t>
            </a:r>
          </a:p>
          <a:p>
            <a:r>
              <a:rPr lang="fr-FR" dirty="0" sz="1400"/>
              <a:t>queryKey = identifiant du cache. Si la compétition change → nouveau fetch auto. Deux composants avec la même clé → 1 seule requête réseau (cache partagé).</a:t>
            </a:r>
          </a:p>
          <a:p>
            <a:r>
              <a:rPr lang="fr-FR" dirty="0" sz="1400"/>
              <a:t>staleTime : données fraîches = pas de refetch inutile → préserve le quota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Problème découvert : l'endpoint global football-data.org (free tier) ne retourne PAS la Coupe du Monde.</a:t>
            </a:r>
          </a:p>
          <a:p>
            <a:r>
              <a:rPr lang="fr-FR" dirty="0" sz="1400"/>
              <a:t>Solution : 2 requêtes séparées — une pour les ligues européennes, une pour la WC.</a:t>
            </a:r>
          </a:p>
          <a:p>
            <a:r>
              <a:rPr lang="fr-FR" dirty="0" sz="1400"/>
              <a:t>delay(700) entre les deux : API limitée à 10 req/min, sans délai on prend un 429 au chargement.</a:t>
            </a:r>
          </a:p>
          <a:p>
            <a:r>
              <a:rPr lang="fr-FR" dirty="0" sz="1400"/>
              <a:t>Ensuite dédupliquer par ID et trier chronologiquement.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MatchCard = composant de base, affiche un match dans tous les contextes : panel du jour, widget live, résultats.</a:t>
            </a:r>
          </a:p>
          <a:p>
            <a:r>
              <a:rPr lang="fr-FR" dirty="0" sz="1400"/>
              <a:t>Score : ESPN prioritaire sur FDO. ESPN &lt;10s vs FDO ~1min. L'opérateur ?. fait le fallback automatiquement.</a:t>
            </a:r>
          </a:p>
          <a:p>
            <a:r>
              <a:rPr lang="fr-FR" dirty="0" sz="1400"/>
              <a:t>Minute : calcMinute() calcule côté client depuis timestamps localStorage. setInterval 30s sans aucun refetch réseau. Affiche 73', MT, 90+2'.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Point clé : cache partagé. Page Résultats ET panel Accueil = même hook, même queryKey → 1 seule requête.</a:t>
            </a:r>
          </a:p>
          <a:p>
            <a:r>
              <a:rPr lang="fr-FR" dirty="0" sz="1400"/>
              <a:t>Dès que la page Résultats se met à jour, le panel Accueil est à jour instantanément.</a:t>
            </a:r>
          </a:p>
          <a:p>
            <a:r>
              <a:rPr lang="fr-FR" dirty="0" sz="1400"/>
              <a:t>Blasons depuis l'URL fournie par l'API. Si vide → première lettre du nom. Gagnant mis en évidence avec classe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Complexité : l'API retourne une structure différente selon la compétition.</a:t>
            </a:r>
          </a:p>
          <a:p>
            <a:r>
              <a:rPr lang="fr-FR" dirty="0" sz="1400"/>
              <a:t>Championnat classique → 1 tableau. CdM / LDC → plusieurs groupes A, B, C...</a:t>
            </a:r>
          </a:p>
          <a:p>
            <a:r>
              <a:rPr lang="fr-FR" dirty="0" sz="1400"/>
              <a:t>Le hook détecte ça automatiquement avec realGroups.length &gt; 1. Le composant reçoit groups et standings et s'adapte tout seul.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enabled: !!compId = TanStack désactive la requête si aucune compétition sélectionnée. Pas besoin d'un if dans le composant.</a:t>
            </a:r>
          </a:p>
          <a:p>
            <a:r>
              <a:rPr lang="fr-FR" dirty="0" sz="1400"/>
              <a:t>staleTime 10min : les stats de buteurs ne changent qu'après un but, pas besoin de rafraîchir toutes les 30s. Préserve le quota.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Problème : football-data.org free tier = ~1min de délai sur les scores. Trop lent pour du live.</a:t>
            </a:r>
          </a:p>
          <a:p>
            <a:r>
              <a:rPr lang="fr-FR" dirty="0" sz="1400"/>
              <a:t>Solution : ESPN API non officielle, mise à jour en &lt;10s. Poll toutes les 10s UNIQUEMENT quand un match est en cours (enabled conditionnel).</a:t>
            </a:r>
          </a:p>
          <a:p>
            <a:r>
              <a:rPr lang="fr-FR" dirty="0" sz="1400"/>
              <a:t>Fuzzy matching : noms différents entre ESPN et FDO (PSG vs Paris Saint-Germain). On normalise + compare les 5 premiers chars. Marche à 99%.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z="1400"/>
              <a:t>Proxy Netlify = non-négociable dès qu'il y a une clé API. Une ligne dans netlify.toml, la clé ne quitte plus le serveur.</a:t>
            </a:r>
          </a:p>
          <a:p>
            <a:r>
              <a:rPr lang="fr-FR" dirty="0" sz="1400"/>
              <a:t>TanStack Query = un pattern pour tout : fetch, cache, loading, error, refetch auto.</a:t>
            </a:r>
          </a:p>
          <a:p>
            <a:r>
              <a:rPr lang="fr-FR" dirty="0" sz="1400"/>
              <a:t>ESPN en overlay = solution pragmatique quand l'API principale est trop lente.</a:t>
            </a:r>
          </a:p>
          <a:p>
            <a:r>
              <a:rPr lang="fr-FR" dirty="0" sz="1400"/>
              <a:t>enabled + staleTime = zéro requête inutile, quota préservé.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88636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</a:t>
            </a:r>
            <a:pPr indent="0" marL="0">
              <a:buNone/>
            </a:pPr>
            <a:r>
              <a:rPr lang="en-US" sz="60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Footix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web de statistiques football en temps réel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999232"/>
            <a:ext cx="1783080" cy="31089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9992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2999232"/>
            <a:ext cx="1783080" cy="31089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29992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TanStack Query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2999232"/>
            <a:ext cx="1783080" cy="31089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9992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Netlify Functions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2999232"/>
            <a:ext cx="1783080" cy="31089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99923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football-data.org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382219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~ 20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comment les données circulent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651760" cy="2331720"/>
          </a:xfrm>
          <a:prstGeom prst="rect">
            <a:avLst/>
          </a:prstGeom>
          <a:solidFill>
            <a:srgbClr val="1A1A2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2651760" cy="310896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Navigateur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651760" cy="2331720"/>
          </a:xfrm>
          <a:prstGeom prst="rect">
            <a:avLst/>
          </a:prstGeom>
          <a:solidFill>
            <a:srgbClr val="1A1A2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804672"/>
            <a:ext cx="265176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Netlify Function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 sécurisé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process.env.API_KEY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804672"/>
            <a:ext cx="2651760" cy="2331720"/>
          </a:xfrm>
          <a:prstGeom prst="rect">
            <a:avLst/>
          </a:prstGeom>
          <a:solidFill>
            <a:srgbClr val="1A1A2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804672"/>
            <a:ext cx="2651760" cy="3108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04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 externes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18872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api-football.com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ESPN  •  RSS (4 flux)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8036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1874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3392424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3284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/api/v4/...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42616" y="3328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football-data.org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392424"/>
            <a:ext cx="137160" cy="13716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3284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/apifootball?live=all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77456" y="3328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api-football.com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49624"/>
            <a:ext cx="137160" cy="1371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7856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/espn/scoreboard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42616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ESPN (non-officiel)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849624"/>
            <a:ext cx="137160" cy="13716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7856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/news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77456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4 flux RSS agrégés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Sécuriser la clé API avec Netlify Functions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397764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" y="74980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Sans proxy — clé visible dans DevTools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42416"/>
            <a:ext cx="3977640" cy="102412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097280"/>
            <a:ext cx="3867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'https://api.football-data.org/v4/matches'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'X-Auth-Token'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'MON_API_KEY'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visible dans n'importe quel DevTools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663440" y="749808"/>
            <a:ext cx="425196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749808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Proxy Netlify — clé uniquement côté serveur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42416"/>
            <a:ext cx="4251960" cy="2148840"/>
          </a:xfrm>
          <a:prstGeom prst="rect">
            <a:avLst/>
          </a:prstGeom>
          <a:solidFill>
            <a:srgbClr val="1E1E1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097280"/>
            <a:ext cx="414223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netlify/functions/football.js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`https://api.football-data.org${path}`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'X-Auth-Token'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variable Netlify, jamais dans le code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statusCode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28600" y="2176272"/>
            <a:ext cx="397764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" y="2176272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React — appel propre, clé invisible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468880"/>
            <a:ext cx="3977640" cy="713232"/>
          </a:xfrm>
          <a:prstGeom prst="rect">
            <a:avLst/>
          </a:prstGeom>
          <a:solidFill>
            <a:srgbClr val="1E1E1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2523744"/>
            <a:ext cx="3867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 navigateur ne voit jamais la vraie URL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'/api/v4/matches?status=IN_PLAY'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↳ Netlify redirige → football-data.org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28600" y="3328416"/>
            <a:ext cx="8686800" cy="1463040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015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  process.env.API_KEY  —  variable Netlify, jamais committée dans le dépôt Git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803904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Le navigateur appelle /api/...  —  la vraie URL et la clé restent invisibles dans DevTools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↩️  La fonction retransmet le statusCode original  —  si l'API renvoie 429, TanStack conserve les données actuelles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— le pattern commun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28600" y="731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ressource suit le même schéma  useQuery  —  matchs, classement, résultats, buteurs…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1042416"/>
            <a:ext cx="5257800" cy="374904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1097280"/>
            <a:ext cx="5148072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Exemple : matchs à venir pour une compétition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'SCHEDULED'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'matches'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↑ si selectedComp change → nouveau fetch automatique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`/api/v4/competitions/${selectedComp}/matches?status=${status}`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`Erreur API: ${res.status}`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données 'fraîches' 5min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5687568" y="1042416"/>
            <a:ext cx="1444752" cy="1737360"/>
          </a:xfrm>
          <a:prstGeom prst="rect">
            <a:avLst/>
          </a:prstGeom>
          <a:solidFill>
            <a:srgbClr val="1A1A2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87568" y="1042416"/>
            <a:ext cx="1444752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2432" y="1042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0" y="1335024"/>
            <a:ext cx="12984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['matches', comp, status]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Changer de compétition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 de statut déclenche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nouveau fetch auto.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23760" y="1042416"/>
            <a:ext cx="1444752" cy="1737360"/>
          </a:xfrm>
          <a:prstGeom prst="rect">
            <a:avLst/>
          </a:prstGeom>
          <a:solidFill>
            <a:srgbClr val="1A1A2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1042416"/>
            <a:ext cx="1444752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78624" y="10424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296912" y="1335024"/>
            <a:ext cx="12984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Fonction async standard.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gère retry,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loading et error.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Erreur 429 → throw.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2916936"/>
            <a:ext cx="1444752" cy="1737360"/>
          </a:xfrm>
          <a:prstGeom prst="rect">
            <a:avLst/>
          </a:prstGeom>
          <a:solidFill>
            <a:srgbClr val="1A1A2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87568" y="2916936"/>
            <a:ext cx="1444752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42432" y="2916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60720" y="3209544"/>
            <a:ext cx="12984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5min = données fraîches.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composants identiques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montés simultanément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1 seul fetch réseau.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2916936"/>
            <a:ext cx="1444752" cy="1737360"/>
          </a:xfrm>
          <a:prstGeom prst="rect">
            <a:avLst/>
          </a:prstGeom>
          <a:solidFill>
            <a:srgbClr val="1A1A24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916936"/>
            <a:ext cx="1444752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291693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?? []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96912" y="3209544"/>
            <a:ext cx="12984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Valeur par défaut sûre.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crash si l'API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n'a pas encore répondu.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.length sur null.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Récupérer les matchs du jour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47472"/>
          </a:xfrm>
          <a:prstGeom prst="rect">
            <a:avLst/>
          </a:prstGeom>
          <a:solidFill>
            <a:srgbClr val="1A1A2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749808"/>
            <a:ext cx="8558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football-data.org (free tier) : l'endpoint /v4/matches global ne retourne PAS la Coupe du Monde → 2 requêtes séparées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544068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197864"/>
            <a:ext cx="533095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fetchTodayMatches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Requête 1 : toutes les ligues européennes en une seule requête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`/api/v4/matches?dateFrom=${date}&amp;dateTo=${date}&amp;competitions=${EURO_COMPS}`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↑ CL, PL, Ligue 1, Liga, Bundesliga, Serie 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évite le 429 → max 10 req/min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Requête 2 : WC séparément (non retourné par l'endpoint global)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`/api/v4/competitions/WC/matches?dateFrom=${date}&amp;dateTo=${date}`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Dédupliquer par id puis trier chronologiquement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897880" y="1143000"/>
            <a:ext cx="3017520" cy="1097280"/>
          </a:xfrm>
          <a:prstGeom prst="rect">
            <a:avLst/>
          </a:prstGeom>
          <a:solidFill>
            <a:srgbClr val="1A1A24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1143000"/>
            <a:ext cx="3017520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52744" y="114300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safeFetch()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71032" y="1435608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l'API répond 429 → throw.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garde les données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précédentes sans spinner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 page blanche.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2368296"/>
            <a:ext cx="3017520" cy="1097280"/>
          </a:xfrm>
          <a:prstGeom prst="rect">
            <a:avLst/>
          </a:prstGeom>
          <a:solidFill>
            <a:srgbClr val="1A1A2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97880" y="2368296"/>
            <a:ext cx="301752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2744" y="236829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EURO_COMPS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71032" y="2660904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'CL,PL,FL1,PD,BL1,SA'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seule requête pour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compétitions européennes.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Optimise le quota.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3593592"/>
            <a:ext cx="3017520" cy="1097280"/>
          </a:xfrm>
          <a:prstGeom prst="rect">
            <a:avLst/>
          </a:prstGeom>
          <a:solidFill>
            <a:srgbClr val="1A1A2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3593592"/>
            <a:ext cx="301752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52744" y="3593592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delay(700)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71032" y="3886200"/>
            <a:ext cx="28712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L'API limite à 10 req/min.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700ms entre les 2 calls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évite d'exploser le quota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 chargement.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Afficher un match — MatchCard.jsx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623560" cy="407822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04672"/>
            <a:ext cx="5513832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MatchCard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espnScore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isLive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'IN_PLAY'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'PAUSED'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'FINISHED'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ESPN (&lt;10s) prioritaire sur football-data.org (~1min de délai)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espnScore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espnScore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Gagnant : style winner/loser uniquement pour les matchs terminés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homeWins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awayWins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Centre : heure à venir | minute en direct | 'FT'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'FT'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isLive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formatHour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liveLabel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isLive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calcMinute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Domicile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traduit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isLive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liveLabel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isLive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isFinished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`${hs??0} – ${as_??0}`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formatHour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rieur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998464" y="749808"/>
            <a:ext cx="2916936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98464" y="749808"/>
            <a:ext cx="2916936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53328" y="74980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homeTeam.crest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71616" y="1042416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du blason fournie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directement par l'API.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&lt;img src={...} /&gt; suffit,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 de stockage local.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98464" y="1773936"/>
            <a:ext cx="2916936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98464" y="1773936"/>
            <a:ext cx="2916936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53328" y="177393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translateTeam()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71616" y="2066544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Dictionnaire FR/EN.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'Man. City' au lieu 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'Manchester City'.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court + cohérent.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2798064"/>
            <a:ext cx="2916936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98464" y="2798064"/>
            <a:ext cx="2916936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279806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espnScore?.home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71616" y="3090672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Opérateur ?.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ESPN n'a pas de score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auto sur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8464" y="3822192"/>
            <a:ext cx="2916936" cy="914400"/>
          </a:xfrm>
          <a:prstGeom prst="rect">
            <a:avLst/>
          </a:prstGeom>
          <a:solidFill>
            <a:srgbClr val="1A1A24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8464" y="3822192"/>
            <a:ext cx="2916936" cy="256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38221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0D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calcMinute()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71616" y="4114800"/>
            <a:ext cx="2770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Calcule '73'' ou 'MT'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partir du timestamp.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 à jour sans refetch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grâce à setInterval.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Résultats — fetch + affichage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166360" cy="407822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04672"/>
            <a:ext cx="5056632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useMatchs.js — même hook que la page Résultats → cache partagé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dateTo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dateFrom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'matches'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dateTo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Clé partagée avec la page Résultats → 1 seul 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chaque nouveau jour, sans code supplémentaire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`/api/v4/competitions/WC/matches?status=FINISHED`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`&amp;dateFrom=${dateFrom}&amp;dateTo=${dateTo}`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utcDate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5min (identique à useMatches)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577840" y="749808"/>
            <a:ext cx="333756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0992" y="74980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 dans Resultat.jsx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042416"/>
            <a:ext cx="3337560" cy="2980944"/>
          </a:xfrm>
          <a:prstGeom prst="rect">
            <a:avLst/>
          </a:prstGeom>
          <a:solidFill>
            <a:srgbClr val="1E1E1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2704" y="1097280"/>
            <a:ext cx="322783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hWin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Blason de l'équipe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Nom traduit + abrégé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Score avec couleur gagnant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hWin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'scoreNum--win'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'scoreNum--draw'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8600" y="4974336"/>
            <a:ext cx="8686800" cy="292608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498348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tName() = translateTeam(t?.shortName || t?.name || '?')  —  fallback si aucun nom disponible dans l'API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Classements — useStandings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166360" cy="4078224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04672"/>
            <a:ext cx="5056632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useStandings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'standings'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`/api/v4/competitions/${selectedComp}/standings`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Coupe du monde / LDC → plusieurs groupes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Filtre les entrées parasites (TOTAL, table à 1 équipe)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ex: 'GROUP_A'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Championnat classique → 1 seul tableau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standings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577840" y="749808"/>
            <a:ext cx="333756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0992" y="74980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Ligne de classement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042416"/>
            <a:ext cx="333756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2704" y="1097280"/>
            <a:ext cx="322783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depuis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playedGames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goalDifference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8600" y="4974336"/>
            <a:ext cx="8686800" cy="292608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4983480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groups.length &gt; 1  →  affichage multi-groupes (Groupe A, B, C…)     groups = []  →  tableau unique de championnat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buteurs — useScorers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5166360" cy="301752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04672"/>
            <a:ext cx="50566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useScorers.js — top 20 buteurs d'une compétition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useScorers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'scorers'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`/api/v4/competitions/${compId}/scorers?limit=20`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`Erreur API: ${res.status}`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10min (stats changent peu)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désactivé sans compétition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isLoading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5577840" y="749808"/>
            <a:ext cx="3337560" cy="25603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0992" y="749808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Affichage dans Classement.jsx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042416"/>
            <a:ext cx="333756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32704" y="1097280"/>
            <a:ext cx="322783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`scorerRow--top${i+1}`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'scorerRow'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club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numberOfGoals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8600" y="3913632"/>
            <a:ext cx="8686800" cy="49377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⚙️  enabled: !!compId  </a:t>
            </a:r>
            <a:pPr indent="0" marL="0">
              <a:buNone/>
            </a:pPr>
            <a:r>
              <a:rPr lang="en-US" sz="100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La requête ne part que si une compétition est sélectionnée. Pas de if/else dans le composant, TanStack suspend le fetch lui-même.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4480560"/>
            <a:ext cx="8686800" cy="292608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448970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playerName = [s.scorer.firstName, s.scorer.lastName].filter(Boolean).join(' ')  —  gère les noms incomplets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Scores en direct — overlay ESPN &lt; 10s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310896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31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football-data.org (free tier) : délai ~60s</a:t>
            </a:r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   ←→     </a:t>
            </a:r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ESPN (non-officiel) : délai &lt; 10s</a:t>
            </a:r>
            <a:pPr algn="ctr"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 xml:space="preserve">  →  overlay ESPN prioritaire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16636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152144"/>
            <a:ext cx="505663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useEspnScores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useQuery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queryKey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'espnScores'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queryFn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'/espn/scoreboard'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Associe chaque event ESPN à un match football-data.org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Les noms diffèrent entre les 2 APIs : 'PSG' vs 'Paris Saint-Germain'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competitions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matchEvent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matchId: { home, away } 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refetchInterval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10_000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fdoMatches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'IN_PLAY'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577840" y="1097280"/>
            <a:ext cx="333756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50992" y="1097280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matching des noms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389888"/>
            <a:ext cx="3337560" cy="2103120"/>
          </a:xfrm>
          <a:prstGeom prst="rect">
            <a:avLst/>
          </a:prstGeom>
          <a:solidFill>
            <a:srgbClr val="1E1E1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32704" y="1444752"/>
            <a:ext cx="32278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matchEvent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fdo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awayTeam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 premiers chars suffisent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'paris' == 'paris saint-germain'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apiA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577840" y="3547872"/>
            <a:ext cx="3337560" cy="25603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354787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MatchCard — priorité ESPN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840480"/>
            <a:ext cx="3337560" cy="420624"/>
          </a:xfrm>
          <a:prstGeom prst="rect">
            <a:avLst/>
          </a:prstGeom>
          <a:solidFill>
            <a:srgbClr val="1E1E1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32704" y="3895344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espnScore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fullTime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28600" y="4617720"/>
            <a:ext cx="8686800" cy="292608"/>
          </a:xfrm>
          <a:prstGeom prst="rect">
            <a:avLst/>
          </a:prstGeom>
          <a:solidFill>
            <a:srgbClr val="1A1A24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4626864"/>
            <a:ext cx="8558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enabled: fdoMatches.some(m =&gt; m.status === 'IN_PLAY')  →  zéro requête ESPN si aucun match en cours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5088636"/>
            <a:ext cx="9144000" cy="502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</a:t>
            </a:r>
            <a:pPr indent="0" marL="0">
              <a:buNone/>
            </a:pPr>
            <a:r>
              <a:rPr lang="en-US" sz="5200" b="1" dirty="0">
                <a:solidFill>
                  <a:srgbClr val="E74C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Footix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foot, comme tu veux le voir.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2487168"/>
            <a:ext cx="82296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4688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proxy Netlify    →   4 APIs, zéro clé exposée dans le navigateur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05840" y="2962656"/>
            <a:ext cx="82296" cy="2926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94436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pattern useQuery →   matchs, classement, résultats, buteurs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05840" y="3438144"/>
            <a:ext cx="82296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341985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ESPN overlay       →   délai &lt; 10s au lieu de ~60s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005840" y="3913632"/>
            <a:ext cx="82296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89534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0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enabled + staleTime →  zéro requête inutile, quota préservé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4074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92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 — 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2026-06-16T17:16:34Z</dcterms:created>
  <dcterms:modified xsi:type="dcterms:W3CDTF">2026-06-16T17:16:34Z</dcterms:modified>
</cp:coreProperties>
</file>