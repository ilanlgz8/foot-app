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" y="5088636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2344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</a:t>
            </a:r>
            <a:pPr indent="0" marL="0">
              <a:buNone/>
            </a:pPr>
            <a:r>
              <a:rPr lang="en-US" sz="6000" b="1" dirty="0">
                <a:solidFill>
                  <a:srgbClr val="E74C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Footix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005840" y="2377440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web de statistiques football en temps réel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05840" y="2999232"/>
            <a:ext cx="1783080" cy="31089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99923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18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26080" y="2999232"/>
            <a:ext cx="1783080" cy="31089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299923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TanStack Query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846320" y="2999232"/>
            <a:ext cx="1783080" cy="31089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99923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Netlify Functions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766560" y="2999232"/>
            <a:ext cx="1783080" cy="31089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299923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football-data.org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05840" y="38221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Présentation ~ 20 min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— comment les données circulent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804672"/>
            <a:ext cx="2651760" cy="2331720"/>
          </a:xfrm>
          <a:prstGeom prst="rect">
            <a:avLst/>
          </a:prstGeom>
          <a:solidFill>
            <a:srgbClr val="1A1A24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804672"/>
            <a:ext cx="2651760" cy="310896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804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Navigateur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TanStack Query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0" y="804672"/>
            <a:ext cx="2651760" cy="2331720"/>
          </a:xfrm>
          <a:prstGeom prst="rect">
            <a:avLst/>
          </a:prstGeom>
          <a:solidFill>
            <a:srgbClr val="1A1A2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804672"/>
            <a:ext cx="2651760" cy="31089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804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Netlify Function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37560" y="118872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Proxy sécurisé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process.env.API_KEY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804672"/>
            <a:ext cx="2651760" cy="2331720"/>
          </a:xfrm>
          <a:prstGeom prst="rect">
            <a:avLst/>
          </a:prstGeom>
          <a:solidFill>
            <a:srgbClr val="1A1A24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804672"/>
            <a:ext cx="2651760" cy="310896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804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APIs externes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118872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football-data.org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api-football.com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ESPN  •  RSS (4 flux)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880360" y="18745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52160" y="18745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8600" y="3392424"/>
            <a:ext cx="137160" cy="13716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33284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/api/v4/...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642616" y="33284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football-data.org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3392424"/>
            <a:ext cx="137160" cy="13716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33284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9C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/apifootball?live=all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077456" y="33284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api-football.com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" y="3849624"/>
            <a:ext cx="137160" cy="1371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" y="37856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/espn/scoreboard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642616" y="37856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ESPN (non-officiel)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3849624"/>
            <a:ext cx="137160" cy="137160"/>
          </a:xfrm>
          <a:prstGeom prst="ellipse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64608" y="37856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98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/news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077456" y="37856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4 flux RSS agrégés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Sécuriser la clé API avec Netlify Functions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3977640" cy="256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" y="74980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Sans proxy — clé visible dans DevTools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1042416"/>
            <a:ext cx="3977640" cy="1024128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" y="109728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'https://api.football-data.org/v4/matches'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'X-Auth-Token'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'MON_API_KEY'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⚠️ visible dans n'importe quel DevTools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4663440" y="749808"/>
            <a:ext cx="4251960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36592" y="749808"/>
            <a:ext cx="4178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 Proxy Netlify — clé uniquement côté serveur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042416"/>
            <a:ext cx="4251960" cy="2148840"/>
          </a:xfrm>
          <a:prstGeom prst="rect">
            <a:avLst/>
          </a:prstGeom>
          <a:solidFill>
            <a:srgbClr val="1E1E1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097280"/>
            <a:ext cx="414223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netlify/functions/football.js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'/api'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`https://api.football-data.org${path}`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'X-Auth-Token'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API_KEY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✅ variable Netlify, jamais dans le code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statusCode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228600" y="2176272"/>
            <a:ext cx="3977640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" y="2176272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98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React — appel propre, clé invisible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2468880"/>
            <a:ext cx="3977640" cy="713232"/>
          </a:xfrm>
          <a:prstGeom prst="rect">
            <a:avLst/>
          </a:prstGeom>
          <a:solidFill>
            <a:srgbClr val="1E1E1E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3464" y="2523744"/>
            <a:ext cx="3867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 navigateur ne voit jamais la vraie URL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'/api/v4/matches?status=IN_PLAY'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↳ Netlify redirige → football-data.org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228600" y="3328416"/>
            <a:ext cx="8686800" cy="1463040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40156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🔑  process.env.API_KEY  —  variable Netlify, jamais committée dans le dépôt Git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3803904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  Le navigateur appelle /api/...  —  la vraie URL et la clé restent invisibles dans DevTools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2062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↩️  La fonction retransmet le statusCode original  —  si l'API renvoie 429, TanStack conserve les données actuelles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TanStack Query — le pattern commun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228600" y="731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ressource suit le même schéma  useQuery  —  matchs, classement, résultats, buteurs…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28600" y="1042416"/>
            <a:ext cx="5257800" cy="3749040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464" y="1097280"/>
            <a:ext cx="5148072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Exemple : matchs à venir pour une compétition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'SCHEDULED'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'matches'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↑ si selectedComp change → nouveau fetch automatique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`/api/v4/competitions/${selectedComp}/matches?status=${status}`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`Erreur API: ${res.status}`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données 'fraîches' 5min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5687568" y="1042416"/>
            <a:ext cx="1444752" cy="1737360"/>
          </a:xfrm>
          <a:prstGeom prst="rect">
            <a:avLst/>
          </a:prstGeom>
          <a:solidFill>
            <a:srgbClr val="1A1A24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87568" y="1042416"/>
            <a:ext cx="1444752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42432" y="104241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760720" y="1335024"/>
            <a:ext cx="12984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['matches', comp, status]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Changer de compétition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 de statut déclenche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nouveau fetch auto.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223760" y="1042416"/>
            <a:ext cx="1444752" cy="1737360"/>
          </a:xfrm>
          <a:prstGeom prst="rect">
            <a:avLst/>
          </a:prstGeom>
          <a:solidFill>
            <a:srgbClr val="1A1A24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23760" y="1042416"/>
            <a:ext cx="1444752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78624" y="104241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96912" y="1335024"/>
            <a:ext cx="12984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Fonction async standard.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TanStack gère retry,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loading et error.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Erreur 429 → throw.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87568" y="2916936"/>
            <a:ext cx="1444752" cy="1737360"/>
          </a:xfrm>
          <a:prstGeom prst="rect">
            <a:avLst/>
          </a:prstGeom>
          <a:solidFill>
            <a:srgbClr val="1A1A24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87568" y="2916936"/>
            <a:ext cx="1444752" cy="2560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42432" y="291693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staleTime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760720" y="3209544"/>
            <a:ext cx="12984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5min = données fraîches.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composants identiques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montés simultanément 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1 seul fetch réseau.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223760" y="2916936"/>
            <a:ext cx="1444752" cy="1737360"/>
          </a:xfrm>
          <a:prstGeom prst="rect">
            <a:avLst/>
          </a:prstGeom>
          <a:solidFill>
            <a:srgbClr val="1A1A24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23760" y="2916936"/>
            <a:ext cx="1444752" cy="256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78624" y="291693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?? []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3209544"/>
            <a:ext cx="12984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Valeur par défaut sûre.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crash si l'API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n'a pas encore répondu.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.length sur null.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Récupérer les matchs du jour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8686800" cy="347472"/>
          </a:xfrm>
          <a:prstGeom prst="rect">
            <a:avLst/>
          </a:prstGeom>
          <a:solidFill>
            <a:srgbClr val="1A1A24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92608" y="749808"/>
            <a:ext cx="8558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39C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 football-data.org (free tier) : l'endpoint /v4/matches global ne retourne PAS la Coupe du Monde → 2 requêtes séparées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8600" y="1143000"/>
            <a:ext cx="5440680" cy="3657600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" y="1197864"/>
            <a:ext cx="5330952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fetchTodayMatches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Requête 1 : toutes les ligues européennes en une seule requête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euroMatches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`/api/v4/matches?dateFrom=${date}&amp;dateTo=${date}&amp;competitions=${EURO_COMPS}`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↑ CL, PL, Ligue 1, Liga, Bundesliga, Serie 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évite le 429 → max 10 req/min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Requête 2 : WC séparément (non retourné par l'endpoint global)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`/api/v4/competitions/WC/matches?dateFrom=${date}&amp;dateTo=${date}`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Dédupliquer par id puis trier chronologiquement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euroMatches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5897880" y="1143000"/>
            <a:ext cx="3017520" cy="1097280"/>
          </a:xfrm>
          <a:prstGeom prst="rect">
            <a:avLst/>
          </a:prstGeom>
          <a:solidFill>
            <a:srgbClr val="1A1A24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97880" y="1143000"/>
            <a:ext cx="3017520" cy="256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52744" y="114300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safeFetch()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71032" y="1435608"/>
            <a:ext cx="2871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l'API répond 429 → throw.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TanStack garde les données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précédentes sans spinner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 page blanche.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897880" y="2368296"/>
            <a:ext cx="3017520" cy="1097280"/>
          </a:xfrm>
          <a:prstGeom prst="rect">
            <a:avLst/>
          </a:prstGeom>
          <a:solidFill>
            <a:srgbClr val="1A1A24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97880" y="2368296"/>
            <a:ext cx="3017520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52744" y="2368296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EURO_COMPS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971032" y="2660904"/>
            <a:ext cx="2871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'CL,PL,FL1,PD,BL1,SA'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seule requête pour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compétitions européennes.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 le quota.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897880" y="3593592"/>
            <a:ext cx="3017520" cy="1097280"/>
          </a:xfrm>
          <a:prstGeom prst="rect">
            <a:avLst/>
          </a:prstGeom>
          <a:solidFill>
            <a:srgbClr val="1A1A24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97880" y="3593592"/>
            <a:ext cx="3017520" cy="2560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52744" y="359359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delay(700)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71032" y="3886200"/>
            <a:ext cx="2871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L'API limite à 10 req/min.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700ms entre les 2 calls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évite d'exploser le quota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chargement.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Afficher un match — MatchCard.jsx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5623560" cy="4078224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3464" y="804672"/>
            <a:ext cx="5513832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MatchCard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espnScore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isLive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'IN_PLAY'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'PAUSED'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isFinished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'FINISHED'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 ESPN (&lt;10s) prioritaire sur football-data.org (~1min de délai)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espnScore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espnScore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Gagnant : style winner/loser uniquement pour les matchs terminés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homeWins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isFinished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awayWins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isFinished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Centre : heure à venir | minute en direct | 'FT'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isFinished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'FT'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isLive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formatHour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liveLabel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isLive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calcMinute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Domicile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traduit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heure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isLive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liveLabel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isLive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isFinished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`${hs??0} – ${as_??0}`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formatHour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é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rieur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5998464" y="749808"/>
            <a:ext cx="2916936" cy="914400"/>
          </a:xfrm>
          <a:prstGeom prst="rect">
            <a:avLst/>
          </a:prstGeom>
          <a:solidFill>
            <a:srgbClr val="1A1A24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98464" y="749808"/>
            <a:ext cx="2916936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53328" y="749808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homeTeam.crest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071616" y="1042416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 du blason fournie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directement par l'API.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&lt;img src={...} /&gt; suffit,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stockage local.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98464" y="1773936"/>
            <a:ext cx="2916936" cy="914400"/>
          </a:xfrm>
          <a:prstGeom prst="rect">
            <a:avLst/>
          </a:prstGeom>
          <a:solidFill>
            <a:srgbClr val="1A1A24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98464" y="1773936"/>
            <a:ext cx="2916936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53328" y="1773936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translateTeam()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71616" y="2066544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Dictionnaire FR/EN.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'Man. City' au lieu de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'Manchester City'.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 court + cohérent.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98464" y="2798064"/>
            <a:ext cx="2916936" cy="914400"/>
          </a:xfrm>
          <a:prstGeom prst="rect">
            <a:avLst/>
          </a:prstGeom>
          <a:solidFill>
            <a:srgbClr val="1A1A24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98464" y="2798064"/>
            <a:ext cx="2916936" cy="2560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3328" y="279806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espnScore?.home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071616" y="3090672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Opérateur ?.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ESPN n'a pas de score 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fallback auto sur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football-data.org.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98464" y="3822192"/>
            <a:ext cx="2916936" cy="914400"/>
          </a:xfrm>
          <a:prstGeom prst="rect">
            <a:avLst/>
          </a:prstGeom>
          <a:solidFill>
            <a:srgbClr val="1A1A24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98464" y="3822192"/>
            <a:ext cx="2916936" cy="256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3822192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calcMinute()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71616" y="4114800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Calcule '73'' ou 'MT'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partir du timestamp.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 à jour sans refetch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grâce à setInterval.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Résultats — fetch + affichage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5166360" cy="4078224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3464" y="804672"/>
            <a:ext cx="5056632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useRecentResults.js — résultats WC des 4 derniers jours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useRecentResults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dateTo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dateFrom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'recentResults'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dateTo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dateTo dans la clé → cache invalidé automatiquement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chaque nouveau jour, sans code supplémentaire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`/api/v4/competitions/WC/matches?status=FINISHED`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`&amp;dateFrom=${dateFrom}&amp;dateTo=${dateTo}`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30min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5577840" y="749808"/>
            <a:ext cx="3337560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50992" y="74980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98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Affichage dans Resultat.jsx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77840" y="1042416"/>
            <a:ext cx="3337560" cy="2980944"/>
          </a:xfrm>
          <a:prstGeom prst="rect">
            <a:avLst/>
          </a:prstGeom>
          <a:solidFill>
            <a:srgbClr val="1E1E1E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32704" y="1097280"/>
            <a:ext cx="3227832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hWin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Blason de l'équipe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Nom traduit + abrégé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 avec couleur gagnant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hWin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'scoreNum--win'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'scoreNum--draw'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228600" y="4974336"/>
            <a:ext cx="8686800" cy="292608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4983480"/>
            <a:ext cx="8558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tName() = translateTeam(t?.shortName || t?.name || '?')  —  fallback si aucun nom disponible dans l'API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Classements — useStandings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5166360" cy="4078224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3464" y="804672"/>
            <a:ext cx="5056632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useStandings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'standings'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`/api/v4/competitions/${selectedComp}/standings`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Coupe du monde / LDC → plusieurs groupes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Filtre les entrées parasites (TOTAL, table à 1 équipe)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flatMap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ex: 'GROUP_A'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Championnat classique → 1 seul tableau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5577840" y="749808"/>
            <a:ext cx="3337560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50992" y="74980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Ligne de classement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77840" y="1042416"/>
            <a:ext cx="3337560" cy="3291840"/>
          </a:xfrm>
          <a:prstGeom prst="rect">
            <a:avLst/>
          </a:prstGeom>
          <a:solidFill>
            <a:srgbClr val="1E1E1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32704" y="1097280"/>
            <a:ext cx="3227832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depuis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strong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strong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playedGames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goalDifference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228600" y="4974336"/>
            <a:ext cx="8686800" cy="292608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4983480"/>
            <a:ext cx="8558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groups.length &gt; 1  →  affichage multi-groupes (Groupe A, B, C…)     groups = []  →  tableau unique de championnat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buteurs — useScorers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5166360" cy="3017520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3464" y="804672"/>
            <a:ext cx="5056632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useScorers.js — top 20 buteurs d'une compétition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useScorers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'scorers'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`/api/v4/competitions/${compId}/scorers?limit=20`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`Erreur API: ${res.status}`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10min (stats changent peu)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désactivé sans compétition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5577840" y="749808"/>
            <a:ext cx="3337560" cy="256032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50992" y="74980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59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Affichage dans Classement.jsx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77840" y="1042416"/>
            <a:ext cx="3337560" cy="2743200"/>
          </a:xfrm>
          <a:prstGeom prst="rect">
            <a:avLst/>
          </a:prstGeom>
          <a:solidFill>
            <a:srgbClr val="1E1E1E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32704" y="1097280"/>
            <a:ext cx="3227832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`scorerRow--top${i+1}`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'scorerRow'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club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numberOfGoals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228600" y="3913632"/>
            <a:ext cx="8686800" cy="49377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9C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⚙️  enabled: !!compId  </a:t>
            </a:r>
            <a:pPr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La requête ne part que si une compétition est sélectionnée. Pas de if/else dans le composant, TanStack suspend le fetch lui-même.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" y="4480560"/>
            <a:ext cx="8686800" cy="292608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" y="4489704"/>
            <a:ext cx="8558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playerName = [s.scorer.firstName, s.scorer.lastName].filter(Boolean).join(' ')  —  gère les noms incomplets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Scores en direct — overlay ESPN &lt; 10s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8686800" cy="31089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49808"/>
            <a:ext cx="8631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4C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football-data.org (free tier) : délai ~60s</a:t>
            </a:r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←→     </a:t>
            </a:r>
            <a:pPr algn="ctr"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ESPN (non-officiel) : délai &lt; 10s</a:t>
            </a:r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→  overlay ESPN prioritaire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5166360" cy="3383280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" y="1152144"/>
            <a:ext cx="5056632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useEspnScores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'espnScores'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'/espn/scoreboard'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Associe chaque event ESPN à un match football-data.org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Les noms diffèrent entre les 2 APIs : 'PSG' vs 'Paris Saint-Germain'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competitions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competitors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matchEvent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{ matchId: { home, away } 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refetchInterval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10_000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'IN_PLAY'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5577840" y="1097280"/>
            <a:ext cx="3337560" cy="2560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50992" y="1097280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39C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Fuzzy matching des noms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7840" y="1389888"/>
            <a:ext cx="3337560" cy="2103120"/>
          </a:xfrm>
          <a:prstGeom prst="rect">
            <a:avLst/>
          </a:prstGeom>
          <a:solidFill>
            <a:srgbClr val="1E1E1E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32704" y="1444752"/>
            <a:ext cx="322783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matchEvent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5 premiers chars suffisent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'paris' == 'paris saint-germain'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startsWith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startsWith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5577840" y="3547872"/>
            <a:ext cx="3337560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50992" y="3547872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98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MatchCard — priorité ESPN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577840" y="3840480"/>
            <a:ext cx="3337560" cy="420624"/>
          </a:xfrm>
          <a:prstGeom prst="rect">
            <a:avLst/>
          </a:prstGeom>
          <a:solidFill>
            <a:srgbClr val="1E1E1E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32704" y="3895344"/>
            <a:ext cx="3227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espnScore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228600" y="4617720"/>
            <a:ext cx="8686800" cy="292608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" y="4626864"/>
            <a:ext cx="8558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enabled: fdoMatches.some(m =&gt; m.status === 'IN_PLAY')  →  zéro requête ESPN si aucun match en cours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" y="5088636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8686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</a:t>
            </a:r>
            <a:pPr indent="0" marL="0">
              <a:buNone/>
            </a:pPr>
            <a:r>
              <a:rPr lang="en-US" sz="5200" b="1" dirty="0">
                <a:solidFill>
                  <a:srgbClr val="E74C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Footix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foot, comme tu veux le voir.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2487168"/>
            <a:ext cx="82296" cy="29260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2468880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proxy Netlify    →   4 APIs, zéro clé exposée dans le navigateur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05840" y="2962656"/>
            <a:ext cx="82296" cy="292608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70432" y="294436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pattern useQuery →   matchs, classement, résultats, buteurs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1005840" y="3438144"/>
            <a:ext cx="82296" cy="2926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3419856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ESPN overlay       →   délai &lt; 10s au lieu de ~60s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05840" y="3913632"/>
            <a:ext cx="82296" cy="2926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0432" y="3895344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enabled + staleTime →  zéro requête inutile, quota préservé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44074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Merci — Questions 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2026-06-16T17:16:34Z</dcterms:created>
  <dcterms:modified xsi:type="dcterms:W3CDTF">2026-06-16T17:16:34Z</dcterms:modified>
</cp:coreProperties>
</file>