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3131A"/>
          </a:solidFill>
          <a:ln w="12700">
            <a:solidFill>
              <a:srgbClr val="13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36576" cy="5143500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-914400"/>
            <a:ext cx="3200400" cy="3200400"/>
          </a:xfrm>
          <a:prstGeom prst="ellipse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743200"/>
            <a:ext cx="2011680" cy="2011680"/>
          </a:xfrm>
          <a:prstGeom prst="ellipse">
            <a:avLst/>
          </a:prstGeom>
          <a:solidFill>
            <a:srgbClr val="3D4455">
              <a:alpha val="35000"/>
            </a:srgbClr>
          </a:solidFill>
          <a:ln w="12700">
            <a:solidFill>
              <a:srgbClr val="3D4455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2801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A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01168" y="2011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FOOTIX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201168" y="2907792"/>
            <a:ext cx="9144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30358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371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 ·  Netlify Functions  ·  Composants React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" y="462686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fichiers  ·  React + TanStack Query  ·  Netlify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A"/>
          </a:solidFill>
          <a:ln w="12700">
            <a:solidFill>
              <a:srgbClr val="13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645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3 couches independantes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3931920"/>
          </a:xfrm>
          <a:prstGeom prst="rect">
            <a:avLst/>
          </a:prstGeom>
          <a:solidFill>
            <a:srgbClr val="13131A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889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Netlify Functions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883664"/>
            <a:ext cx="457200" cy="27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933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Proxys securises vers les APIs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externes. Les cles ne quittent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le serveur Netlify.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3090672"/>
            <a:ext cx="246888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football.js · news.js · espn.js · apifootball.js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88920" cy="3931920"/>
          </a:xfrm>
          <a:prstGeom prst="rect">
            <a:avLst/>
          </a:prstGeom>
          <a:solidFill>
            <a:srgbClr val="13131A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8892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55848" y="13716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Hooks React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55848" y="1883664"/>
            <a:ext cx="457200" cy="274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9933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cache localStorage (TTL),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la minute live,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ESPN.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3090672"/>
            <a:ext cx="246888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localCache · useLiveMinute · useTodayMatches + 10 autres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914400"/>
            <a:ext cx="2788920" cy="3931920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914400"/>
            <a:ext cx="278892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27648" y="13716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Composants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7648" y="1883664"/>
            <a:ext cx="45720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19933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React + sous-composants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Accueil. TanStack Query injecte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donnees depuis les hooks.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7648" y="3090672"/>
            <a:ext cx="246888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Match · Classement · Resultat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90672" y="2468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455"/>
                </a:solidFill>
              </a:rPr>
              <a:t>&gt;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62472" y="2468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455"/>
                </a:solidFill>
              </a:rPr>
              <a:t>&gt;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A"/>
          </a:solidFill>
          <a:ln w="12700">
            <a:solidFill>
              <a:srgbClr val="13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Functions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645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Proxys API — cles jamais exposees au navigateur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1719072"/>
          </a:xfrm>
          <a:prstGeom prst="rect">
            <a:avLst/>
          </a:prstGeom>
          <a:solidFill>
            <a:srgbClr val="13131A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4008" cy="17190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football-data.org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374904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principale : matchs du jour, classements, buteurs. Retransmet le code 429 pour que TanStack garde le cache.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60520" cy="1719072"/>
          </a:xfrm>
          <a:prstGeom prst="rect">
            <a:avLst/>
          </a:prstGeom>
          <a:solidFill>
            <a:srgbClr val="13131A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64008" cy="17190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24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news.js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4 flux RSS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664208"/>
            <a:ext cx="374904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75564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Agregation RSS (L'Equipe, RMC, Eurosport, Goal). Parse le XML, extrait titre, image et date de publication.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60520" cy="1719072"/>
          </a:xfrm>
          <a:prstGeom prst="rect">
            <a:avLst/>
          </a:prstGeom>
          <a:solidFill>
            <a:srgbClr val="13131A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64008" cy="17190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35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espn.js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ESPN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374904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673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en temps reel. Whitelist de slugs (fra.1, eng.1...) pour securiser le proxy contre tout abus.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4160520" cy="1719072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26080"/>
            <a:ext cx="64008" cy="1719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35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apifootball.js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383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api-football.com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675888"/>
            <a:ext cx="374904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7673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precises des matchs live. Retransmet x-quota-remaining pour le basculement en mode heuristique.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A"/>
          </a:solidFill>
          <a:ln w="12700">
            <a:solidFill>
              <a:srgbClr val="13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React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645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13 hooks — TanStack Query + localStorage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41248"/>
            <a:ext cx="64008" cy="1234440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326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localCache.js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33502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localStorage avec TTL. Fallback donnees perimees si API down.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36392" y="841248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36392" y="841248"/>
            <a:ext cx="64008" cy="12344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9326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useTodayMatches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00984" y="133502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du jour + navigation par date. TTL 2min si live, 1h sinon.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6752" y="841248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16752" y="841248"/>
            <a:ext cx="64008" cy="1234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9326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useLiveMatches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133502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IN_PLAY + PAUSED en parallele. Refetch 30s si actifs, 5min sinon.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148840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148840"/>
            <a:ext cx="64008" cy="1234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2402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useLiveMinute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6426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precise via api-football. 4 fenetres de polling ciblees.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36392" y="2148840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36392" y="2148840"/>
            <a:ext cx="64008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22402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useEspnScores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00984" y="26426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ESPN par fuzzy matching des noms equipe (5 premiers chars).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16752" y="2148840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16752" y="2148840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22402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useNews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81344" y="26426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filtre (mots-cles foot) + deduplication par similarite titres.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456432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456432"/>
            <a:ext cx="64008" cy="1234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5478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useStandings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" y="39502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simple OU multi-groupes (CdM/LDC) selon reponse API.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36392" y="3456432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6392" y="3456432"/>
            <a:ext cx="64008" cy="12344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00984" y="35478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useMatchDetails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00984" y="39502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Buts, cartons, arbitre, stade. Charge uniquement quand modal ouverte.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16752" y="3456432"/>
            <a:ext cx="2770632" cy="1234440"/>
          </a:xfrm>
          <a:prstGeom prst="rect">
            <a:avLst/>
          </a:prstGeom>
          <a:solidFill>
            <a:srgbClr val="13131A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16752" y="3456432"/>
            <a:ext cx="64008" cy="1234440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35478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useTeamForm / useScorers / useWcKnockout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81344" y="39502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5 matchs · Top buteurs · Bracket phase finale CdM.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A"/>
          </a:solidFill>
          <a:ln w="12700">
            <a:solidFill>
              <a:srgbClr val="13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Live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645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Minute precise sans exploser le quota 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8952" y="960120"/>
            <a:ext cx="640080" cy="640080"/>
          </a:xfrm>
          <a:prstGeom prst="ellipse">
            <a:avLst/>
          </a:prstGeom>
          <a:solidFill>
            <a:srgbClr val="E74C3C">
              <a:alpha val="82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F0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1536192" cy="2148840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737360"/>
            <a:ext cx="1536192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useLiveMatches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IN_PLAY + PAUSED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Refetch 30s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48716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455"/>
                </a:solidFill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14600" y="960120"/>
            <a:ext cx="640080" cy="640080"/>
          </a:xfrm>
          <a:prstGeom prst="ellipse">
            <a:avLst/>
          </a:prstGeom>
          <a:solidFill>
            <a:srgbClr val="F39C12">
              <a:alpha val="82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F0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84248" y="1737360"/>
            <a:ext cx="1536192" cy="2148840"/>
          </a:xfrm>
          <a:prstGeom prst="rect">
            <a:avLst/>
          </a:prstGeom>
          <a:solidFill>
            <a:srgbClr val="13131A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84248" y="1737360"/>
            <a:ext cx="1536192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matchStateTracker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75688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localStorage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kickoffAt · pausedAt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38728" y="248716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455"/>
                </a:solidFill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70248" y="960120"/>
            <a:ext cx="640080" cy="640080"/>
          </a:xfrm>
          <a:prstGeom prst="ellipse">
            <a:avLst/>
          </a:prstGeom>
          <a:solidFill>
            <a:srgbClr val="9B59B6">
              <a:alpha val="82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F0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39896" y="1737360"/>
            <a:ext cx="1536192" cy="2148840"/>
          </a:xfrm>
          <a:prstGeom prst="rect">
            <a:avLst/>
          </a:prstGeom>
          <a:solidFill>
            <a:srgbClr val="13131A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39896" y="1737360"/>
            <a:ext cx="1536192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useLiveMinute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31336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fenetres de polling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api-football (100/jour)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94376" y="248716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455"/>
                </a:solidFill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25896" y="960120"/>
            <a:ext cx="640080" cy="640080"/>
          </a:xfrm>
          <a:prstGeom prst="ellipse">
            <a:avLst/>
          </a:prstGeom>
          <a:solidFill>
            <a:srgbClr val="3498DB">
              <a:alpha val="82000"/>
            </a:srgbClr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25896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F0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95544" y="1737360"/>
            <a:ext cx="1536192" cy="2148840"/>
          </a:xfrm>
          <a:prstGeom prst="rect">
            <a:avLst/>
          </a:prstGeom>
          <a:solidFill>
            <a:srgbClr val="13131A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95544" y="1737360"/>
            <a:ext cx="1536192" cy="457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6984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calcMinute()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86984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: precis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heuristique -&gt; estimation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50024" y="248716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455"/>
                </a:solidFill>
              </a:rPr>
              <a:t>&gt;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81544" y="960120"/>
            <a:ext cx="640080" cy="640080"/>
          </a:xfrm>
          <a:prstGeom prst="ellipse">
            <a:avLst/>
          </a:prstGeom>
          <a:solidFill>
            <a:srgbClr val="27AE60">
              <a:alpha val="82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81544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F0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51192" y="1737360"/>
            <a:ext cx="1536192" cy="2148840"/>
          </a:xfrm>
          <a:prstGeom prst="rect">
            <a:avLst/>
          </a:prstGeom>
          <a:solidFill>
            <a:srgbClr val="13131A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51192" y="1737360"/>
            <a:ext cx="1536192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42632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useEspnScores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42632" y="22494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ESPN en overlay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 equipes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133088"/>
            <a:ext cx="8595360" cy="658368"/>
          </a:xfrm>
          <a:prstGeom prst="rect">
            <a:avLst/>
          </a:prstGeom>
          <a:solidFill>
            <a:srgbClr val="13131A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133088"/>
            <a:ext cx="64008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 Si quota api-football &lt; 5 requetes restantes, bascule automatique en mode heuristique (calcul depuis l'heure prevue du match).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31A"/>
          </a:solidFill>
          <a:ln w="12700">
            <a:solidFill>
              <a:srgbClr val="13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 &amp; Pages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645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4 pages + sous-composants Accueil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011680" cy="1828800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201168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Accueil.jsx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 principal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useMatches + useLive + useEspn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date · Auto-track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914400"/>
            <a:ext cx="2011680" cy="1828800"/>
          </a:xfrm>
          <a:prstGeom prst="rect">
            <a:avLst/>
          </a:prstGeom>
          <a:solidFill>
            <a:srgbClr val="13131A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914400"/>
            <a:ext cx="2011680" cy="457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Match.jsx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23744" y="14447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a venir + Bracket SVG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finale CdM en arbre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mathematique pur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914400"/>
            <a:ext cx="2011680" cy="1828800"/>
          </a:xfrm>
          <a:prstGeom prst="rect">
            <a:avLst/>
          </a:prstGeom>
          <a:solidFill>
            <a:srgbClr val="13131A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914400"/>
            <a:ext cx="201168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Classement.jsx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14447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+ Forme + Buteurs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OU multi-groupes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(CdM / LDC)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84848" y="914400"/>
            <a:ext cx="2011680" cy="1828800"/>
          </a:xfrm>
          <a:prstGeom prst="rect">
            <a:avLst/>
          </a:prstGeom>
          <a:solidFill>
            <a:srgbClr val="13131A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914400"/>
            <a:ext cx="201168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024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Resultat.jsx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76288" y="14447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par competition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journee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desc (plus recent d'abord)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926080"/>
            <a:ext cx="8631936" cy="274320"/>
          </a:xfrm>
          <a:prstGeom prst="rect">
            <a:avLst/>
          </a:prstGeom>
          <a:solidFill>
            <a:srgbClr val="1A1A24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62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Sous-composants Accueil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291840"/>
            <a:ext cx="1600200" cy="1536192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291840"/>
            <a:ext cx="64008" cy="15361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383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MatchCard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3192" y="3749040"/>
            <a:ext cx="128016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82219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d'un match : 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live, blasons, etat.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93392" y="3291840"/>
            <a:ext cx="1600200" cy="1536192"/>
          </a:xfrm>
          <a:prstGeom prst="rect">
            <a:avLst/>
          </a:prstGeom>
          <a:solidFill>
            <a:srgbClr val="1313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93392" y="3291840"/>
            <a:ext cx="64008" cy="15361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3383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LiveWidget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30552" y="3749040"/>
            <a:ext cx="128016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30552" y="382219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EN DIRECT avec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matchs en cours.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30752" y="3291840"/>
            <a:ext cx="1600200" cy="1536192"/>
          </a:xfrm>
          <a:prstGeom prst="rect">
            <a:avLst/>
          </a:prstGeom>
          <a:solidFill>
            <a:srgbClr val="13131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30752" y="3291840"/>
            <a:ext cx="64008" cy="153619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67912" y="3383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ResultPanel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67912" y="3749040"/>
            <a:ext cx="128016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67912" y="382219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groupes par jour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navigation temporelle.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68112" y="3291840"/>
            <a:ext cx="1600200" cy="1536192"/>
          </a:xfrm>
          <a:prstGeom prst="rect">
            <a:avLst/>
          </a:prstGeom>
          <a:solidFill>
            <a:srgbClr val="13131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8112" y="3291840"/>
            <a:ext cx="64008" cy="15361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05272" y="3383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NewsCarousel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05272" y="3749040"/>
            <a:ext cx="128016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05272" y="382219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d'actus foot avec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defilement automatique 20s.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05472" y="3291840"/>
            <a:ext cx="1600200" cy="1536192"/>
          </a:xfrm>
          <a:prstGeom prst="rect">
            <a:avLst/>
          </a:prstGeom>
          <a:solidFill>
            <a:srgbClr val="13131A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05472" y="3291840"/>
            <a:ext cx="64008" cy="15361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42632" y="3383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MatchModal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342632" y="3749040"/>
            <a:ext cx="1280160" cy="18288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42632" y="382219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detail : buts, cartons,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forme, stade, arbitre.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31A"/>
          </a:solidFill>
          <a:ln w="12700">
            <a:solidFill>
              <a:srgbClr val="13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3D4455">
              <a:alpha val="30000"/>
            </a:srgbClr>
          </a:solidFill>
          <a:ln w="12700">
            <a:solidFill>
              <a:srgbClr val="3D4455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8EA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FOOTIX</a:t>
            </a:r>
            <a:endParaRPr lang="en-US" sz="6200" dirty="0"/>
          </a:p>
        </p:txBody>
      </p:sp>
      <p:sp>
        <p:nvSpPr>
          <p:cNvPr id="9" name="Shape 7"/>
          <p:cNvSpPr/>
          <p:nvPr/>
        </p:nvSpPr>
        <p:spPr>
          <a:xfrm>
            <a:off x="3474720" y="3337560"/>
            <a:ext cx="2194560" cy="36576"/>
          </a:xfrm>
          <a:prstGeom prst="rect">
            <a:avLst/>
          </a:prstGeom>
          <a:solidFill>
            <a:srgbClr val="3D4455"/>
          </a:solidFill>
          <a:ln w="12700">
            <a:solidFill>
              <a:srgbClr val="3D4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93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fichiers  ·  React + TanStack Query  ·  Netlify Functions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StatFootix — Architecture</dc:title>
  <dc:subject>PptxGenJS Presentation</dc:subject>
  <dc:creator>PptxGenJS</dc:creator>
  <cp:lastModifiedBy>PptxGenJS</cp:lastModifiedBy>
  <cp:revision>1</cp:revision>
  <dcterms:created xsi:type="dcterms:W3CDTF">2026-06-16T12:23:21Z</dcterms:created>
  <dcterms:modified xsi:type="dcterms:W3CDTF">2026-06-16T12:23:21Z</dcterms:modified>
</cp:coreProperties>
</file>