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"StatFootix c'est une application web de statistiques football en temps réel. L'idée : suivre les matchs en direct, consulter les classements, résultats et buteurs, dans une interface propre et rapide."</a:t>
            </a:r>
          </a:p>
          <a:p>
            <a:r>
              <a:rPr lang="fr-FR" dirty="0" sz="1300" b="0"/>
              <a:t>"Côté technique : React 18 pour l'UI, TanStack Query pour toutes les données et le cache, et Netlify Functions comme couche serveur — pour ne jamais exposer mes clés API au navigateur."</a:t>
            </a:r>
          </a:p>
          <a:p>
            <a:r>
              <a:rPr lang="fr-FR" dirty="0" sz="1300" b="0"/>
              <a:t>"4 sources : football-data.org pour les matchs/classements, api-football.com pour les minutes précises, ESPN pour les scores quasi-instantanés, flux RSS pour les actualités."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React 18 → librairie JS pour construire l'UI en composants. Hooks : useState, useEffect.</a:t>
            </a:r>
          </a:p>
          <a:p>
            <a:r>
              <a:rPr lang="fr-FR" dirty="0" sz="1300" b="0"/>
              <a:t>TanStack Query → gestion d'état serveur : fetch, cache, loading, erreurs, refetch automatique. queryKey = identifiant cache.</a:t>
            </a:r>
          </a:p>
          <a:p>
            <a:r>
              <a:rPr lang="fr-FR" dirty="0" sz="1300" b="0"/>
              <a:t>Netlify Functions → fonctions serverless côté serveur. Zéro serveur à gérer, déploiement auto.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pourquoi React : standard 2024/2025, écosystème le plus riche, TanStack Query natif.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'temps réel' : c'est du polling toutes les 30s, pas des WebSockets. ESPN &lt; 10s en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"Architecture en 3 couches : navigateur → Netlify (proxy sécurisé) → APIs externes."</a:t>
            </a:r>
          </a:p>
          <a:p>
            <a:r>
              <a:rPr lang="fr-FR" dirty="0" sz="1300" b="0"/>
              <a:t>"Le navigateur ne parle JAMAIS directement aux APIs. Il appelle /api/v4/matches, Netlify intercepte, ajoute la clé depuis une variable d'environnement, et retransmet. La clé ne quitte jamais le serveur."</a:t>
            </a:r>
          </a:p>
          <a:p>
            <a:r>
              <a:rPr lang="fr-FR" dirty="0" sz="1300" b="0"/>
              <a:t>"4 sources : football-data.org (données structurées), api-football.com (minutes précises, 100 req/jour), ESPN (scores &lt; 10s), 4 flux RSS (actualités)."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Proxy → intermédiaire qui relaye les requêtes. Netlify Function = proxy : reçoit, ajoute la clé, retransmet.</a:t>
            </a:r>
          </a:p>
          <a:p>
            <a:r>
              <a:rPr lang="fr-FR" dirty="0" sz="1300" b="0"/>
              <a:t>Variable d'environnement → stockée côté serveur, invisible du navigateur. Netlify : Settings &gt; Env variables.</a:t>
            </a:r>
          </a:p>
          <a:p>
            <a:r>
              <a:rPr lang="fr-FR" dirty="0" sz="1300" b="0"/>
              <a:t>REST / JSON → REST = style d'API où chaque URL = une ressource. JSON = format de données texte.</a:t>
            </a:r>
          </a:p>
          <a:p>
            <a:r>
              <a:rPr lang="fr-FR" dirty="0" sz="1300" b="0"/>
              <a:t>RSS → format XML pour publier des flux d'articles. On filtre par mots-clés foot.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pourquoi pas Node/Express : Netlify Functions suffisent, zéro infrastructure, déploiement auto à chaque push Git.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sécurité : sans proxy la clé est dans le code React, visible dans DevTools. Avec proxy elle reste côté serveur. C'est le pattern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"Problème de base : si la clé API est dans le code React, elle apparaît en clair dans le JS envoyé au navigateur. N'importe qui peut l'ouvrir dans DevTools et consommer ton quota."</a:t>
            </a:r>
          </a:p>
          <a:p>
            <a:r>
              <a:rPr lang="fr-FR" dirty="0" sz="1300" b="0"/>
              <a:t>"Solution : Netlify Function côté serveur. React appelle /api/v4/matches, Netlify ajoute process.env.FOOTBALL_API_KEY, retransmet la réponse. La clé ne quitte jamais le serveur."</a:t>
            </a:r>
          </a:p>
          <a:p>
            <a:r>
              <a:rPr lang="fr-FR" dirty="0" sz="1300" b="0"/>
              <a:t>"Si l'API répond 429 (trop de requêtes), on retransmet ce code tel quel. TanStack conserve les données en cache — pas de spinner, pas de page blanche."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HTTP 429 (Too Many Requests) → quota dépassé. football-data.org : 10 req/min gratuit.</a:t>
            </a:r>
          </a:p>
          <a:p>
            <a:r>
              <a:rPr lang="fr-FR" dirty="0" sz="1300" b="0"/>
              <a:t>DevTools → F12 dans le navigateur. Onglet Network : toutes les requêtes. Onglet Sources : le code JS. Une clé dans le JS y est visible en clair.</a:t>
            </a:r>
          </a:p>
          <a:p>
            <a:r>
              <a:rPr lang="fr-FR" dirty="0" sz="1300" b="0"/>
              <a:t>netlify.toml → fichier de config à la racine. [[redirects]] from="/api/*" to="/.netlify/functions/football/:splat"</a:t>
            </a:r>
          </a:p>
          <a:p>
            <a:r>
              <a:rPr lang="fr-FR" dirty="0" sz="1300" b="0"/>
              <a:t>Serverless → code qui s'exécute à la demande, sans serveur permanent. On ne paie que ce qu'on utilise.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et si Netlify tombe : uptime 99.99%. Le localCache absorbe les coupures courtes.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CORS : même si l'API autorise CORS, la clé serait toujours dans le code client. Le proxy cache la clé, pas pour CORS.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"Toute la gestion des données suit le même pattern : un hook, une queryKey, une queryFn."</a:t>
            </a:r>
          </a:p>
          <a:p>
            <a:r>
              <a:rPr lang="fr-FR" dirty="0" sz="1300" b="0"/>
              <a:t>"La queryKey = identifiant unique du cache. Si deux composants utilisent la même clé (ex: page Résultats + panel Accueil), il n'y a qu'UNE requête réseau. Cache partagé, synchro instantanée."</a:t>
            </a:r>
          </a:p>
          <a:p>
            <a:r>
              <a:rPr lang="fr-FR" dirty="0" sz="1300" b="0"/>
              <a:t>"staleTime : tant que la donnée est fraîche, pas de refetch. Ça préserve le quota. staleTime 20s pour le live, 10min pour les buteurs."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Hook React → fonction JS commençant par 'use', encapsule de la logique réutilisable. Appelable uniquement dans un composant.</a:t>
            </a:r>
          </a:p>
          <a:p>
            <a:r>
              <a:rPr lang="fr-FR" dirty="0" sz="1300" b="0"/>
              <a:t>queryKey → tableau identifiant une donnée. ['standings', compId] : si compId change, nouveau fetch. Même clé = même cache pour toute l'app.</a:t>
            </a:r>
          </a:p>
          <a:p>
            <a:r>
              <a:rPr lang="fr-FR" dirty="0" sz="1300" b="0"/>
              <a:t>staleTime → durée (ms) pendant laquelle la donnée est 'fraîche'. Pas de refetch pendant ce temps.</a:t>
            </a:r>
          </a:p>
          <a:p>
            <a:r>
              <a:rPr lang="fr-FR" dirty="0" sz="1300" b="0"/>
              <a:t>refetchInterval → polling automatique toutes les N ms. Dynamique : 30s si matchs actifs, 60s sinon.</a:t>
            </a:r>
          </a:p>
          <a:p>
            <a:r>
              <a:rPr lang="fr-FR" dirty="0" sz="1300" b="0"/>
              <a:t>Cache partagé → QueryCache global. Pas besoin de Redux ni Context pour partager les données.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pourquoi pas SWR : TanStack plus complet (mutations, prefetching, devtools). Standard de l'industrie.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Redux : pas fait pour les données serveur. Il faudrait coder loading/erreur/refetch/cache manuellement. TanStack le fait en quelques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"Premier problème découvert : l'endpoint global de football-data.org en tier gratuit ne retourne pas les matchs de la Coupe du Monde. Deux requêtes séparées obligatoires."</a:t>
            </a:r>
          </a:p>
          <a:p>
            <a:r>
              <a:rPr lang="fr-FR" dirty="0" sz="1300" b="0"/>
              <a:t>"delay(700) entre les deux : l'API limite à 10 req/min. Sans délai, deux requêtes quasi-simultanées au chargement peuvent déclencher un 429 immédiatement."</a:t>
            </a:r>
          </a:p>
          <a:p>
            <a:r>
              <a:rPr lang="fr-FR" dirty="0" sz="1300" b="0"/>
              <a:t>"Ensuite : déduplication par ID, tri chronologique par utcDate."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Promise.all → exécute plusieurs promesses en parallèle, attend que toutes soient résolues. Plus rapide que l'une après l'autre.</a:t>
            </a:r>
          </a:p>
          <a:p>
            <a:r>
              <a:rPr lang="fr-FR" dirty="0" sz="1300" b="0"/>
              <a:t>Rate limiting → restriction du nombre de requêtes par unité de temps. 10/min sur le tier gratuit. 429 = quota dépassé.</a:t>
            </a:r>
          </a:p>
          <a:p>
            <a:r>
              <a:rPr lang="fr-FR" dirty="0" sz="1300" b="0"/>
              <a:t>utcDate → date/heure du match en UTC. Convertie en heure locale pour l'affichage. Utilisée pour trier chronologiquement.</a:t>
            </a:r>
          </a:p>
          <a:p>
            <a:r>
              <a:rPr lang="fr-FR" dirty="0" sz="1300" b="0"/>
              <a:t>Déduplication → supprimer les doublons via un Set d'IDs.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pourquoi pas payer le tier sup : usage personnel, tier gratuit suffit. Le contournement (deux requêtes) est propre.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delay(700) : protection simple mais efficace. Un retry exponentiel serait plus robuste mais inutile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"MatchCard = composant de base. Affiche un match dans n'importe quel contexte : panel du jour, widget live, résultats. Même composant, données différentes."</a:t>
            </a:r>
          </a:p>
          <a:p>
            <a:r>
              <a:rPr lang="fr-FR" dirty="0" sz="1300" b="0"/>
              <a:t>"Score : ESPN en priorité (&lt; 10s), football-data.org en fallback (~1min). L'opérateur ?. fait le fallback automatiquement."</a:t>
            </a:r>
          </a:p>
          <a:p>
            <a:r>
              <a:rPr lang="fr-FR" dirty="0" sz="1300" b="0"/>
              <a:t>"Minute : calcMinute() calcule côté client depuis les timestamps en localStorage. setInterval toutes les 30s, zéro appel réseau. Affiche : 1', MT, 73', 90+2', FT..."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Composant React → fonction JS qui retourne du JSX. Prend des props, retourne de l'UI. Réutilisable.</a:t>
            </a:r>
          </a:p>
          <a:p>
            <a:r>
              <a:rPr lang="fr-FR" dirty="0" sz="1300" b="0"/>
              <a:t>Optional chaining (?.) → espnData?.score = si espnData existe alors score, sinon undefined. Évite les TypeError.</a:t>
            </a:r>
          </a:p>
          <a:p>
            <a:r>
              <a:rPr lang="fr-FR" dirty="0" sz="1300" b="0"/>
              <a:t>setInterval → exécution répétée à intervalles fixes. Cleanup (clearInterval) obligatoire pour éviter les fuites mémoire.</a:t>
            </a:r>
          </a:p>
          <a:p>
            <a:r>
              <a:rPr lang="fr-FR" dirty="0" sz="1300" b="0"/>
              <a:t>localStorage → stockage clé-valeur dans le navigateur, persistant entre sessions. Limite ~5MB. Synchrone.</a:t>
            </a:r>
          </a:p>
          <a:p>
            <a:r>
              <a:rPr lang="fr-FR" dirty="0" sz="1300" b="0"/>
              <a:t>calcMinute() → priorité : kickoffAt (api-football.com) &gt; estimation pausedAt+15min &gt; heuristique utcDate. Indépendante du statut API.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localStorage vs state React : le state est perdu au rechargement. localStorage persiste. Les timestamps doivent survivre à un F5.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mi-temps : PAUSED détecté → pausedAt = Date.now(). calcMinute() retourne 'MT' pendant 15min, puis bascule en 2ème MT côté client sans dépendre de l'API.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"Point technique clé : cache partagé. Page Résultats et panel Résultats récents de l'Accueil = même hook, même queryKey. Une seule requête, mise à jour instantanée des deux."</a:t>
            </a:r>
          </a:p>
          <a:p>
            <a:r>
              <a:rPr lang="fr-FR" dirty="0" sz="1300" b="0"/>
              <a:t>"Blasons : URLs fournies par l'API. Si vide : première lettre du nom. Gagnant mis en évidence avec une classe CSS."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Cache partagé TanStack → QueryCache global. Même queryKey = même entrée cache pour toute l'app.</a:t>
            </a:r>
          </a:p>
          <a:p>
            <a:r>
              <a:rPr lang="fr-FR" dirty="0" sz="1300" b="0"/>
              <a:t>Journée / matchday → football-data.org groupe les matchs par journée. Affichage du plus récent au plus ancien.</a:t>
            </a:r>
          </a:p>
          <a:p>
            <a:r>
              <a:rPr lang="fr-FR" dirty="0" sz="1300" b="0"/>
              <a:t>Fallback → solution de secours. URL blason vide → première lettre. ESPN pas dispo → score football-data.org.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combien de jours : 4 derniers jours (J-4). Limite du tier gratuit.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changement de compétition : queryKey contient compId. Change de compé → nouvelle clé → nouveau fetch auto.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"Complexité particulière : l'API retourne une structure différente selon la compétition. Premier League = un seul tableau. Coupe du Monde ou LDC = plusieurs groupes (A, B, C...)."</a:t>
            </a:r>
          </a:p>
          <a:p>
            <a:r>
              <a:rPr lang="fr-FR" dirty="0" sz="1300" b="0"/>
              <a:t>"Le hook détecte ça automatiquement : realGroups.length &gt; 1 → mode multi-groupes. Classement.jsx reçoit groups et standings et s'adapte sans savoir quelle compé est chargée."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Standings → classement : position, MJ, V/N/D, buts pour/contre, différence, points.</a:t>
            </a:r>
          </a:p>
          <a:p>
            <a:r>
              <a:rPr lang="fr-FR" dirty="0" sz="1300" b="0"/>
              <a:t>Multi-groupes → CdM, LDC, Europa. L'API renvoie un tableau de groupes, chaque groupe avec son propre classement.</a:t>
            </a:r>
          </a:p>
          <a:p>
            <a:r>
              <a:rPr lang="fr-FR" dirty="0" sz="1300" b="0"/>
              <a:t>realGroups.length &gt; 1 → détection automatique. Pas besoin de coder en dur quelle compé est 'multi-groupes'.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le bracket CdM : généré en SVG par calcul mathématique. Matchs de phase finale positionnés dans un arbre avec coordonnées calculées. Lignes = paths SVG générés auto.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"Détail intéressant : le paramètre enabled de TanStack Query. Si aucune compétition sélectionnée (compId null), enabled = false → requête ne part pas. Pas de if dans le composant, TanStack gère ça nativement."</a:t>
            </a:r>
          </a:p>
          <a:p>
            <a:r>
              <a:rPr lang="fr-FR" dirty="0" sz="1300" b="0"/>
              <a:t>"staleTime à 10min : les stats de buteurs ne changent qu'après un but. Pas besoin de rafraîchir toutes les 30s."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enabled (TanStack Query) → booléen activant/désactivant une query. enabled: !!compId = actif seulement si compId est non-null. Pendant désactivation : pas de fetch, isLoading = false.</a:t>
            </a:r>
          </a:p>
          <a:p>
            <a:r>
              <a:rPr lang="fr-FR" dirty="0" sz="1300" b="0"/>
              <a:t>staleTime stratégique → adapter à la fréquence de changement : live 20s, résultats 2min, classement 5min, buteurs 10min.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combien de buteurs : top 20 via l'API. UI met en avant visuellement les 3 premiers (or/argent/bronze).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"Problème : football-data.org free tier = ~1min de délai sur les scores. Trop long pour du live."</a:t>
            </a:r>
          </a:p>
          <a:p>
            <a:r>
              <a:rPr lang="fr-FR" dirty="0" sz="1300" b="0"/>
              <a:t>"Solution : ESPN a une API publique non officielle qui met à jour en moins de 10s. Poll toutes les 10s quand un match est actif. ESPN = overlay : enrichit les scores, ne remplace pas football-data.org."</a:t>
            </a:r>
          </a:p>
          <a:p>
            <a:r>
              <a:rPr lang="fr-FR" dirty="0" sz="1300" b="0"/>
              <a:t>"Challenge : fuzzy matching. ESPN : 'PSG', football-data.org : 'Paris Saint-Germain'. Fix : normaliser (minuscules, accents retirés) + comparer 5 premiers caractères. 'paris' = 'paris saint-germain'. Marche pour 99% des cas."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TERMES CLÉS :</a:t>
            </a:r>
          </a:p>
          <a:p>
            <a:r>
              <a:rPr lang="fr-FR" dirty="0" sz="1300" b="0"/>
              <a:t>Polling → interroger une API à intervalles réguliers. Opposé au push (WebSocket). ESPN : toutes les 10s si match actif.</a:t>
            </a:r>
          </a:p>
          <a:p>
            <a:r>
              <a:rPr lang="fr-FR" dirty="0" sz="1300" b="0"/>
              <a:t>Overlay de données → superposition d'une source sur une autre. football-data.org = vérité. ESPN = fraîcheur pour les scores.</a:t>
            </a:r>
          </a:p>
          <a:p>
            <a:r>
              <a:rPr lang="fr-FR" dirty="0" sz="1300" b="0"/>
              <a:t>Fuzzy matching → correspondance approximative. Normalisation + 5 premiers chars. Pragmatique, pas d'algo Levenshtein.</a:t>
            </a:r>
          </a:p>
          <a:p>
            <a:r>
              <a:rPr lang="fr-FR" dirty="0" sz="1300" b="0"/>
              <a:t>ESPN API non officielle → site.api.espn.com, pas d'auth, pas de garantie de stabilité.</a:t>
            </a:r>
          </a:p>
          <a:p>
            <a:r>
              <a:rPr lang="fr-FR" dirty="0" sz="1300" b="0"/>
              <a:t>Normalisation → .toLowerCase() + normalize('NFD') + replace. 'Paris Saint-Germain' → 'paris'.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légalité ESPN : API publique non documentée, pas d'interdiction. Usage personnel. Si ça casse : app continue avec football-data.org (1min de délai).</a:t>
            </a:r>
          </a:p>
          <a:p>
            <a:r>
              <a:rPr lang="fr-FR" dirty="0" sz="1300" b="1">
                <a:solidFill>
                  <a:srgbClr val="F5A623"/>
                </a:solidFill>
              </a:rPr>
              <a:t>SI ON TE DEMANDE faux positifs fuzzy : théoriquement possible si deux équipes commencent pareil. En pratique jamais arrivé sur les compés couvertes.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300" b="1">
                <a:solidFill>
                  <a:srgbClr val="E94560"/>
                </a:solidFill>
              </a:rPr>
              <a:t>CE QUE TU DIS :</a:t>
            </a:r>
          </a:p>
          <a:p>
            <a:r>
              <a:rPr lang="fr-FR" dirty="0" sz="1300" b="0"/>
              <a:t>"4 points retenus de ce projet :"</a:t>
            </a:r>
          </a:p>
          <a:p>
            <a:r>
              <a:rPr lang="fr-FR" dirty="0" sz="1300" b="0"/>
              <a:t>"1/ Proxy Netlify = non-négociable dès qu'il y a une clé API. Une ligne dans netlify.toml, la clé ne quitte plus le serveur."</a:t>
            </a:r>
          </a:p>
          <a:p>
            <a:r>
              <a:rPr lang="fr-FR" dirty="0" sz="1300" b="0"/>
              <a:t>"2/ TanStack Query : un seul pattern pour fetch, cache, loading, erreur, refetch. Standard de l'industrie."</a:t>
            </a:r>
          </a:p>
          <a:p>
            <a:r>
              <a:rPr lang="fr-FR" dirty="0" sz="1300" b="0"/>
              <a:t>"3/ ESPN comme overlay = solution pragmatique. football-data.org = source de vérité, ESPN = fraîcheur."</a:t>
            </a:r>
          </a:p>
          <a:p>
            <a:r>
              <a:rPr lang="fr-FR" dirty="0" sz="1300" b="0"/>
              <a:t>"4/ enabled + staleTime = zéro requête inutile. Chaque appel API est justifié."</a:t>
            </a:r>
          </a:p>
          <a:p>
            <a:r>
              <a:rPr lang="fr-FR" dirty="0" sz="1300" b="0"/>
              <a:t>"Ce projet m'a appris que le temps réel en frontend, c'est surtout une question de compromis : fraîcheur vs quota, précision vs fiabilité, source unique vs sources multiples."</a:t>
            </a:r>
          </a:p>
          <a:p>
            <a:r>
              <a:rPr lang="fr-FR" dirty="0" sz="1200" b="1">
                <a:solidFill>
                  <a:srgbClr val="666666"/>
                </a:solidFill>
              </a:rPr>
              <a:t>---</a:t>
            </a:r>
          </a:p>
          <a:p>
            <a:r>
              <a:rPr lang="fr-FR" dirty="0" sz="1300" b="1">
                <a:solidFill>
                  <a:srgbClr val="E94560"/>
                </a:solidFill>
              </a:rPr>
              <a:t>QUESTIONS PIÈGES :</a:t>
            </a:r>
          </a:p>
          <a:p>
            <a:r>
              <a:rPr lang="fr-FR" dirty="0" sz="1300" b="0"/>
              <a:t>Déployé en prod ? → Oui sur Netlify. Auto-déployé à chaque push sur main. Vite build → dist/.</a:t>
            </a:r>
          </a:p>
          <a:p>
            <a:r>
              <a:rPr lang="fr-FR" dirty="0" sz="1300" b="0"/>
              <a:t>Des tests ? → Pas de tests auto dans ce projet. Limite identifiée. Ajouterais Vitest sur calcMinute, fuzzy matching, déduplication.</a:t>
            </a:r>
          </a:p>
          <a:p>
            <a:r>
              <a:rPr lang="fr-FR" dirty="0" sz="1300" b="0"/>
              <a:t>Limites de l'app ? → Tier gratuit = usage perso (pas scalable). ESPN non officielle. Pas de PWA/offline. Pas de tests auto.</a:t>
            </a:r>
          </a:p>
          <a:p>
            <a:r>
              <a:rPr lang="fr-FR" dirty="0" sz="1300" b="0"/>
              <a:t>Tu referais quoi différemment ? → TypeScript dès le début pour typer les réponses API. Tests unitaires sur les utils. Schemas Zod pour valider les réponses.</a:t>
            </a:r>
          </a:p>
          <a:p>
            <a:r>
              <a:rPr lang="fr-FR" dirty="0" sz="1300" b="0"/>
              <a:t>Pourquoi pas GraphQL ? → football-data.org expose uniquement REST. GraphQL ferait sens avec un backend custom qui agrège les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0E14"/>
          </a:solidFill>
          <a:ln w="12700">
            <a:solidFill>
              <a:srgbClr val="0A0E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0"/>
            <a:ext cx="22860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StatFootix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de statistiques football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13716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</a:rPr>
              <a:t>React 18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3383280"/>
            <a:ext cx="13716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TanStack Query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383280"/>
            <a:ext cx="13716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Netlify Functions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3383280"/>
            <a:ext cx="13716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football-data.org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⚽</a:t>
            </a:r>
            <a:endParaRPr lang="en-US" sz="8000" dirty="0"/>
          </a:p>
        </p:txBody>
      </p:sp>
      <p:sp>
        <p:nvSpPr>
          <p:cNvPr id="17" name="Text 15"/>
          <p:cNvSpPr/>
          <p:nvPr/>
        </p:nvSpPr>
        <p:spPr>
          <a:xfrm>
            <a:off x="6537960" y="3840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Présentation technique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comment les données circulent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2743200" cy="2468880"/>
          </a:xfrm>
          <a:prstGeom prst="rect">
            <a:avLst/>
          </a:prstGeom>
          <a:solidFill>
            <a:srgbClr val="1C2333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27432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NAVIGATEUR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15544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React 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TanStack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Components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8416" y="960120"/>
            <a:ext cx="2743200" cy="2468880"/>
          </a:xfrm>
          <a:prstGeom prst="rect">
            <a:avLst/>
          </a:prstGeom>
          <a:solidFill>
            <a:srgbClr val="1C2333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8416" y="960120"/>
            <a:ext cx="27432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NETLIFY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65576" y="15544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4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Proxy sécurisé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Variables d'env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73368" y="960120"/>
            <a:ext cx="2743200" cy="2468880"/>
          </a:xfrm>
          <a:prstGeom prst="rect">
            <a:avLst/>
          </a:prstGeom>
          <a:solidFill>
            <a:srgbClr val="1C23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3368" y="96012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APIs EXTERNES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15544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football-data.org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api-football.com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ESPN · RSS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00784" y="2194560"/>
            <a:ext cx="384048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open"/>
          </a:ln>
        </p:spPr>
      </p:sp>
      <p:sp>
        <p:nvSpPr>
          <p:cNvPr id="20" name="Shape 18"/>
          <p:cNvSpPr/>
          <p:nvPr/>
        </p:nvSpPr>
        <p:spPr>
          <a:xfrm>
            <a:off x="4736592" y="2194560"/>
            <a:ext cx="384048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open"/>
          </a:ln>
        </p:spPr>
      </p:sp>
      <p:sp>
        <p:nvSpPr>
          <p:cNvPr id="21" name="Text 19"/>
          <p:cNvSpPr/>
          <p:nvPr/>
        </p:nvSpPr>
        <p:spPr>
          <a:xfrm>
            <a:off x="256032" y="3749040"/>
            <a:ext cx="8631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Le navigateur ne connaît jamais les clés API — elles restent côté serveur dans les variables d'environnement Netlify.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3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la clé API avec Netlify Functions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3931920" cy="3200400"/>
          </a:xfrm>
          <a:prstGeom prst="rect">
            <a:avLst/>
          </a:prstGeom>
          <a:solidFill>
            <a:srgbClr val="1C2333"/>
          </a:solidFill>
          <a:ln w="12700">
            <a:solidFill>
              <a:srgbClr val="6E14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❌  Sans proxy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Clé API dans le code React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→ visible dans DevTools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→ n'importe qui peut la voler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→ quota consommé par d'autres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3566160" cy="731520"/>
          </a:xfrm>
          <a:prstGeom prst="rect">
            <a:avLst/>
          </a:prstGeom>
          <a:solidFill>
            <a:srgbClr val="1C1C1C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fetch('https://api.football-data.org/v4/matches',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headers: { 'X-Auth-Token': 'MA_CLE_ICI'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3200400"/>
          </a:xfrm>
          <a:prstGeom prst="rect">
            <a:avLst/>
          </a:prstGeom>
          <a:solidFill>
            <a:srgbClr val="1C233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✅  Avec proxy Netlify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5544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Clé stockée côté serveur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→ invisible du navigateur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→ React appelle /api/v4/matches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→ Netlify ajoute la vraie clé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3291840"/>
            <a:ext cx="3931920" cy="731520"/>
          </a:xfrm>
          <a:prstGeom prst="rect">
            <a:avLst/>
          </a:prstGeom>
          <a:solidFill>
            <a:srgbClr val="1C1C1C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netlify/functions/football.js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process.env.FOOTBALL_API_KEY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fetch(url, { headers: { 'X-Auth-Token': key } })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4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: le pattern commun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438912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const </a:t>
            </a:r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{ data } </a:t>
            </a:r>
            <a:pPr indent="0" marL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useQuery</a:t>
            </a:r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queryKey: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['standings', compId],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queryFn: </a:t>
            </a:r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() =&gt;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const r = </a:t>
            </a:r>
            <a:pPr indent="0" marL="0">
              <a:buNone/>
            </a:pPr>
            <a:r>
              <a:rPr lang="en-US" sz="1050" dirty="0">
                <a:solidFill>
                  <a:srgbClr val="4A9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</a:t>
            </a:r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r.json()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staleTime: </a:t>
            </a:r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* 60_000,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refetchInterval: </a:t>
            </a:r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30_000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960120"/>
            <a:ext cx="2011680" cy="1508760"/>
          </a:xfrm>
          <a:prstGeom prst="rect">
            <a:avLst/>
          </a:prstGeom>
          <a:solidFill>
            <a:srgbClr val="1C23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960120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069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queryKey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01768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Identifiant du cache.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Même clé = 1 seule requête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pour toute l'app.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40880" y="960120"/>
            <a:ext cx="2011680" cy="1508760"/>
          </a:xfrm>
          <a:prstGeom prst="rect">
            <a:avLst/>
          </a:prstGeom>
          <a:solidFill>
            <a:srgbClr val="1C2333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960120"/>
            <a:ext cx="20116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0608" y="1069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</a:rPr>
              <a:t>queryFn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50608" y="1417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Fonction fetch async.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Retourne la donnée.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92040" y="2651760"/>
            <a:ext cx="2011680" cy="1508760"/>
          </a:xfrm>
          <a:prstGeom prst="rect">
            <a:avLst/>
          </a:prstGeom>
          <a:solidFill>
            <a:srgbClr val="1C233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651760"/>
            <a:ext cx="201168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staleTime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01768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Durée 'fraîcheur'.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Pas de refetch inutile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→ quota préservé.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40880" y="2651760"/>
            <a:ext cx="2011680" cy="1508760"/>
          </a:xfrm>
          <a:prstGeom prst="rect">
            <a:avLst/>
          </a:prstGeom>
          <a:solidFill>
            <a:srgbClr val="1C233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2651760"/>
            <a:ext cx="201168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2761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refetchInterval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50608" y="31089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Polling auto.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30s si live, 60s sinon.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les matchs du jour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50292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601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50392" y="960120"/>
            <a:ext cx="8037576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0058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 xml:space="preserve">Endpoint WC séparé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L'endpoint global football-data.org ne retourne PAS les matchs de la Coupe du Monde sur le tier gratuit → 2 requêtes séparées obligatoires.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920240"/>
            <a:ext cx="50292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9202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" y="1920240"/>
            <a:ext cx="8037576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9659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 xml:space="preserve">delay(700ms)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L'API limite à 10 req/min. Sans délai entre les deux requêtes, un 429 (quota dépassé) peut survenir dès le chargement.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880360"/>
            <a:ext cx="502920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28803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" y="2880360"/>
            <a:ext cx="8037576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926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 xml:space="preserve">Dédupliquer + trier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Un match peut apparaître dans les deux réponses → filtre par ID avec un Set. Tri chronologique par utcDate.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" y="3840480"/>
            <a:ext cx="50292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8404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0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0392" y="3840480"/>
            <a:ext cx="8037576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86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 xml:space="preserve">Cache TanStack (staleTime) 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Données fraîches → zéro refetch inutile. TTL 2min si un match est en cours, 1h sinon.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un match : MatchCard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4114800" cy="31089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41148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● EN DIRECT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</a:rPr>
              <a:t>🇫🇷  France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1920240"/>
            <a:ext cx="13716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920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0F0"/>
                </a:solidFill>
              </a:rPr>
              <a:t>2 – 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965960" y="1691640"/>
            <a:ext cx="54864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691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F0"/>
                </a:solidFill>
              </a:rPr>
              <a:t>73'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697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🇩🇪  Allemagne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</a:rPr>
              <a:t>ESPN overlay activé · calcMinute() local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425196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960120"/>
            <a:ext cx="54864" cy="9601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332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Score ESPN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134416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Mise à jour &lt; 10s. Fallback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auto sur football-data.org.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057400"/>
            <a:ext cx="425196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2057400"/>
            <a:ext cx="54864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1305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calcMinute()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44144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Calcul local depuis localStorage.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setInterval 30s, zéro requête réseau.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154680"/>
            <a:ext cx="4251960" cy="960120"/>
          </a:xfrm>
          <a:prstGeom prst="rect">
            <a:avLst/>
          </a:prstGeom>
          <a:solidFill>
            <a:srgbClr val="1C233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154680"/>
            <a:ext cx="54864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227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Détection de but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3538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Animation 5s si ESPN détecte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un changement de score.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7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: cache partagé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51560"/>
            <a:ext cx="2468880" cy="960120"/>
          </a:xfrm>
          <a:prstGeom prst="rect">
            <a:avLst/>
          </a:prstGeom>
          <a:solidFill>
            <a:srgbClr val="1C2333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Page Résultats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8416" y="1051560"/>
            <a:ext cx="2468880" cy="960120"/>
          </a:xfrm>
          <a:prstGeom prst="rect">
            <a:avLst/>
          </a:prstGeom>
          <a:solidFill>
            <a:srgbClr val="1C23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11556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QueryCache TanStack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['results', compId]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051560"/>
            <a:ext cx="2468880" cy="960120"/>
          </a:xfrm>
          <a:prstGeom prst="rect">
            <a:avLst/>
          </a:prstGeom>
          <a:solidFill>
            <a:srgbClr val="1C2333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115568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Panel Accueil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1527048"/>
            <a:ext cx="384048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  <a:tailEnd type="open"/>
          </a:ln>
        </p:spPr>
      </p:sp>
      <p:sp>
        <p:nvSpPr>
          <p:cNvPr id="14" name="Text 12"/>
          <p:cNvSpPr/>
          <p:nvPr/>
        </p:nvSpPr>
        <p:spPr>
          <a:xfrm>
            <a:off x="73152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1 seule requête HTTP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69080" y="1527048"/>
            <a:ext cx="384048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  <a:tailEnd type="open"/>
          </a:ln>
        </p:spPr>
      </p:sp>
      <p:sp>
        <p:nvSpPr>
          <p:cNvPr id="16" name="Text 14"/>
          <p:cNvSpPr/>
          <p:nvPr/>
        </p:nvSpPr>
        <p:spPr>
          <a:xfrm>
            <a:off x="379476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Synchro instantanée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" y="2514600"/>
            <a:ext cx="283464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514600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633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Cache partagé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9992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Même queryKey → même cache pour toute l'app. Pas de Redux nécessaire.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514600"/>
            <a:ext cx="283464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514600"/>
            <a:ext cx="28346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633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Blasons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29992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URLs fournies par l'API. Fallback : première lettre du nom si URL vide.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2514600"/>
            <a:ext cx="283464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2514600"/>
            <a:ext cx="28346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2633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Gagnant/Perdant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5936" y="2999232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CSS class ajoutée dynamiquement selon le score pour les matchs terminés.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Classements : useStandings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4206240" cy="3383280"/>
          </a:xfrm>
          <a:prstGeom prst="rect">
            <a:avLst/>
          </a:prstGeom>
          <a:solidFill>
            <a:srgbClr val="1C2333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420624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Championnat classique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Premier League, Ligue 1...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18745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</a:rPr>
              <a:t>Un seul tableau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</a:rPr>
              <a:t>response.standings[0].table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</a:rPr>
              <a:t>10–20 équipes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</a:rPr>
              <a:t>Tri par points direct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206240" cy="3383280"/>
          </a:xfrm>
          <a:prstGeom prst="rect">
            <a:avLst/>
          </a:prstGeom>
          <a:solidFill>
            <a:srgbClr val="1C23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960120"/>
            <a:ext cx="42062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</a:rPr>
              <a:t>Multi-groupes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Coupe du Monde, Ligue des Champions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8745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</a:rPr>
              <a:t>Plusieurs groupes A, B, C...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</a:rPr>
              <a:t>response.standings.length &gt;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</a:rPr>
              <a:t>4–6 équipes par groupe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</a:rPr>
              <a:t>Détection automatique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9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buteurs : useScorers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05840"/>
            <a:ext cx="2697480" cy="1463040"/>
          </a:xfrm>
          <a:prstGeom prst="rect">
            <a:avLst/>
          </a:prstGeom>
          <a:solidFill>
            <a:srgbClr val="1C2333"/>
          </a:solidFill>
          <a:ln w="19050">
            <a:solidFill>
              <a:srgbClr val="F1C4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1572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Joueur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874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Club X · 18 buts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97480" cy="1463040"/>
          </a:xfrm>
          <a:prstGeom prst="rect">
            <a:avLst/>
          </a:prstGeom>
          <a:solidFill>
            <a:srgbClr val="1C2333"/>
          </a:solidFill>
          <a:ln w="19050">
            <a:solidFill>
              <a:srgbClr val="95A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54680" y="1572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Joueur 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1874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Club Y · 15 buts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1005840"/>
            <a:ext cx="2697480" cy="1463040"/>
          </a:xfrm>
          <a:prstGeom prst="rect">
            <a:avLst/>
          </a:prstGeom>
          <a:solidFill>
            <a:srgbClr val="1C2333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🥉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53328" y="15727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0F0"/>
                </a:solidFill>
              </a:rPr>
              <a:t>Joueur 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53328" y="18745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Club Z · 13 buts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651760"/>
            <a:ext cx="28346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651760"/>
            <a:ext cx="283464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enabled: !!compId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12724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La requête ne part pas si aucune compétition n'est sélectionnée. Natif TanStack, zéro if dans le composant.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2651760"/>
            <a:ext cx="28346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2651760"/>
            <a:ext cx="28346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staleTime: 10min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55848" y="312724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Les stats de buteurs ne changent qu'après un but. Pas besoin de rafraîchir toutes les 30s → quota préservé.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36208" y="2651760"/>
            <a:ext cx="2834640" cy="1417320"/>
          </a:xfrm>
          <a:prstGeom prst="rect">
            <a:avLst/>
          </a:prstGeom>
          <a:solidFill>
            <a:srgbClr val="1C233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6208" y="2651760"/>
            <a:ext cx="28346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27614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20 → Top 3 affiché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45936" y="3127248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L'API retourne 20 buteurs. L'UI met en avant visuellement les 3 premiers avec un podium or/argent/bronze.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10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en direct : overlay ESPN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8631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Délai de mise à jour du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325880"/>
            <a:ext cx="7772400" cy="365760"/>
          </a:xfrm>
          <a:prstGeom prst="rect">
            <a:avLst/>
          </a:prstGeom>
          <a:solidFill>
            <a:srgbClr val="6E1423"/>
          </a:solidFill>
          <a:ln w="12700">
            <a:solidFill>
              <a:srgbClr val="6E14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football-data.org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19872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~60 secondes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920240"/>
            <a:ext cx="9144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02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0F0"/>
                </a:solidFill>
              </a:rPr>
              <a:t>ESPN (overlay)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&lt; 10 secondes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651760"/>
            <a:ext cx="8631936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2491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Fuzzy Matching — comment on relie ESPN à football-data.org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18211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 Saint-Germain"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 xml:space="preserve">  →  normalize  →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 xml:space="preserve">  =  </a:t>
            </a:r>
            <a:pPr indent="0" marL="0">
              <a:buNone/>
            </a:pPr>
            <a:r>
              <a:rPr lang="en-US" sz="10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"psg"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 xml:space="preserve">  →  </a:t>
            </a:r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</a:rPr>
              <a:t>❌ pas de match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566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 Saint-Germain"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 xml:space="preserve">  →  5 premiers chars  →  </a:t>
            </a:r>
            <a:pPr indent="0" marL="0">
              <a:buNone/>
            </a:pPr>
            <a:r>
              <a:rPr lang="en-US" sz="10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 xml:space="preserve">  =  </a:t>
            </a:r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"paris"(ESPN)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 xml:space="preserve">  →  </a:t>
            </a:r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</a:rPr>
              <a:t>✅ match trouvé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4956048"/>
            <a:ext cx="9089136" cy="5486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11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256032"/>
            <a:ext cx="8631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1480" cy="45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4160520" cy="1554480"/>
          </a:xfrm>
          <a:prstGeom prst="rect">
            <a:avLst/>
          </a:prstGeom>
          <a:solidFill>
            <a:srgbClr val="1C2333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60120"/>
            <a:ext cx="64008" cy="1554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1463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Proxy Netlify non-négociable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" y="18745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Dès qu'il y a une clé API. Une ligne dans netlify.toml, la clé ne quitte plus le serveur.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6592" y="960120"/>
            <a:ext cx="4160520" cy="1554480"/>
          </a:xfrm>
          <a:prstGeom prst="rect">
            <a:avLst/>
          </a:prstGeom>
          <a:solidFill>
            <a:srgbClr val="1C233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960120"/>
            <a:ext cx="64008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069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1184" y="1463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TanStack Query : un seul pattern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01184" y="18745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Fetch · Cache · Loading · Erreur · Refetch automatique. Standard de l'industrie.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697480"/>
            <a:ext cx="4160520" cy="1554480"/>
          </a:xfrm>
          <a:prstGeom prst="rect">
            <a:avLst/>
          </a:prstGeom>
          <a:solidFill>
            <a:srgbClr val="1C2333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697480"/>
            <a:ext cx="64008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807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" y="32004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ESPN comme overlay pragmatique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" y="36118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football-data.org = source de vérité. ESPN = fraîcheur des scores. Les deux se complètent.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36592" y="2697480"/>
            <a:ext cx="4160520" cy="1554480"/>
          </a:xfrm>
          <a:prstGeom prst="rect">
            <a:avLst/>
          </a:prstGeom>
          <a:solidFill>
            <a:srgbClr val="1C2333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2697480"/>
            <a:ext cx="64008" cy="1554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807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32004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0"/>
                </a:solidFill>
              </a:rPr>
              <a:t>enabled + staleTime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01184" y="36118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Zéro requête inutile. Chaque appel API est justifié. Quota préservé.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StatFootix</dc:title>
  <dc:subject>PptxGenJS Presentation</dc:subject>
  <dc:creator>PptxGenJS</dc:creator>
  <cp:lastModifiedBy>PptxGenJS</cp:lastModifiedBy>
  <cp:revision>1</cp:revision>
  <dcterms:created xsi:type="dcterms:W3CDTF">2026-06-17T07:14:09Z</dcterms:created>
  <dcterms:modified xsi:type="dcterms:W3CDTF">2026-06-17T07:14:09Z</dcterms:modified>
</cp:coreProperties>
</file>